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57" r:id="rId6"/>
    <p:sldId id="259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B5252B-E1A0-4262-B2CD-84AFF7843E65}" v="5" dt="2026-05-22T09:39:08.433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754" autoAdjust="0"/>
    <p:restoredTop sz="94660"/>
  </p:normalViewPr>
  <p:slideViewPr>
    <p:cSldViewPr snapToGrid="0">
      <p:cViewPr>
        <p:scale>
          <a:sx n="90" d="100"/>
          <a:sy n="90" d="100"/>
        </p:scale>
        <p:origin x="869" y="-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an O'Connor" userId="51b7a59e-7cda-43da-b270-748a6cc35f65" providerId="ADAL" clId="{34ECE9B0-B532-4665-B693-426B1660F778}"/>
    <pc:docChg chg="undo custSel modSld">
      <pc:chgData name="Sean O'Connor" userId="51b7a59e-7cda-43da-b270-748a6cc35f65" providerId="ADAL" clId="{34ECE9B0-B532-4665-B693-426B1660F778}" dt="2026-05-22T09:39:08.433" v="145"/>
      <pc:docMkLst>
        <pc:docMk/>
      </pc:docMkLst>
      <pc:sldChg chg="delSp mod">
        <pc:chgData name="Sean O'Connor" userId="51b7a59e-7cda-43da-b270-748a6cc35f65" providerId="ADAL" clId="{34ECE9B0-B532-4665-B693-426B1660F778}" dt="2026-05-22T07:55:42.493" v="126" actId="478"/>
        <pc:sldMkLst>
          <pc:docMk/>
          <pc:sldMk cId="109857222" sldId="256"/>
        </pc:sldMkLst>
        <pc:spChg chg="del">
          <ac:chgData name="Sean O'Connor" userId="51b7a59e-7cda-43da-b270-748a6cc35f65" providerId="ADAL" clId="{34ECE9B0-B532-4665-B693-426B1660F778}" dt="2026-05-22T07:55:41.108" v="125" actId="478"/>
          <ac:spMkLst>
            <pc:docMk/>
            <pc:sldMk cId="109857222" sldId="256"/>
            <ac:spMk id="4" creationId="{99F95724-52DC-AF7C-424A-DF2C7945AD51}"/>
          </ac:spMkLst>
        </pc:spChg>
        <pc:spChg chg="del">
          <ac:chgData name="Sean O'Connor" userId="51b7a59e-7cda-43da-b270-748a6cc35f65" providerId="ADAL" clId="{34ECE9B0-B532-4665-B693-426B1660F778}" dt="2026-05-22T07:55:42.493" v="126" actId="478"/>
          <ac:spMkLst>
            <pc:docMk/>
            <pc:sldMk cId="109857222" sldId="256"/>
            <ac:spMk id="5" creationId="{7806A2A2-931A-15FE-D6FD-BAC3914292F5}"/>
          </ac:spMkLst>
        </pc:spChg>
      </pc:sldChg>
      <pc:sldChg chg="modSp mod">
        <pc:chgData name="Sean O'Connor" userId="51b7a59e-7cda-43da-b270-748a6cc35f65" providerId="ADAL" clId="{34ECE9B0-B532-4665-B693-426B1660F778}" dt="2026-05-22T09:39:08.433" v="145"/>
        <pc:sldMkLst>
          <pc:docMk/>
          <pc:sldMk cId="1887339753" sldId="257"/>
        </pc:sldMkLst>
        <pc:graphicFrameChg chg="mod modGraphic">
          <ac:chgData name="Sean O'Connor" userId="51b7a59e-7cda-43da-b270-748a6cc35f65" providerId="ADAL" clId="{34ECE9B0-B532-4665-B693-426B1660F778}" dt="2026-05-22T09:39:08.433" v="145"/>
          <ac:graphicFrameMkLst>
            <pc:docMk/>
            <pc:sldMk cId="1887339753" sldId="257"/>
            <ac:graphicFrameMk id="7" creationId="{C4623028-8761-952C-EA10-AC6D899D3A03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1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1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0_Title Slide">
    <p:bg>
      <p:bgPr>
        <a:gradFill flip="none" rotWithShape="1">
          <a:gsLst>
            <a:gs pos="83000">
              <a:schemeClr val="accent1"/>
            </a:gs>
            <a:gs pos="0">
              <a:schemeClr val="accent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C06CAC-633B-BC63-EC23-5295A74960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29FBF18-9515-B221-30A3-574D8B5A33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209" y="3127967"/>
            <a:ext cx="3593726" cy="60206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6F344E0-9417-4D7A-319A-054783E6617A}"/>
              </a:ext>
            </a:extLst>
          </p:cNvPr>
          <p:cNvSpPr txBox="1"/>
          <p:nvPr/>
        </p:nvSpPr>
        <p:spPr>
          <a:xfrm>
            <a:off x="371257" y="3808317"/>
            <a:ext cx="3997630" cy="3539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50" b="0" i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The </a:t>
            </a:r>
            <a:r>
              <a:rPr lang="en-US" sz="165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Private Funds Clearing House</a:t>
            </a:r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0CC16794-333F-0F82-9D91-2F21917881B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926056" y="5047064"/>
            <a:ext cx="3575050" cy="982133"/>
          </a:xfrm>
        </p:spPr>
        <p:txBody>
          <a:bodyPr lIns="0" rIns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client logo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A1380E0-E09F-CE02-C570-38B978C5F798}"/>
              </a:ext>
            </a:extLst>
          </p:cNvPr>
          <p:cNvCxnSpPr>
            <a:cxnSpLocks/>
          </p:cNvCxnSpPr>
          <p:nvPr/>
        </p:nvCxnSpPr>
        <p:spPr>
          <a:xfrm flipV="1">
            <a:off x="6926056" y="4928532"/>
            <a:ext cx="0" cy="192946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1">
            <a:extLst>
              <a:ext uri="{FF2B5EF4-FFF2-40B4-BE49-F238E27FC236}">
                <a16:creationId xmlns:a16="http://schemas.microsoft.com/office/drawing/2014/main" id="{2C1AE6E8-3CDD-8F11-C4F9-C54F24BB4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6624" y="2214575"/>
            <a:ext cx="4651349" cy="2049400"/>
          </a:xfrm>
        </p:spPr>
        <p:txBody>
          <a:bodyPr bIns="0" anchor="b">
            <a:noAutofit/>
          </a:bodyPr>
          <a:lstStyle>
            <a:lvl1pPr>
              <a:defRPr sz="4400" b="0" i="0">
                <a:solidFill>
                  <a:schemeClr val="tx2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4E3F2A61-7298-0543-86D5-748C86D79B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26056" y="4256289"/>
            <a:ext cx="4651349" cy="428403"/>
          </a:xfrm>
        </p:spPr>
        <p:txBody>
          <a:bodyPr>
            <a:noAutofit/>
          </a:bodyPr>
          <a:lstStyle>
            <a:lvl1pPr>
              <a:defRPr sz="1400" b="0" i="0">
                <a:solidFill>
                  <a:schemeClr val="accent2"/>
                </a:solidFill>
                <a:latin typeface="Poppins ExtraLight" pitchFamily="2" charset="77"/>
                <a:cs typeface="Poppins Extra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6B1A724-2CB4-FA5F-3973-09D1AE34D01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7820" y="489986"/>
            <a:ext cx="679725" cy="67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761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407">
          <p15:clr>
            <a:srgbClr val="FBAE40"/>
          </p15:clr>
        </p15:guide>
        <p15:guide id="4" pos="381">
          <p15:clr>
            <a:srgbClr val="FBAE40"/>
          </p15:clr>
        </p15:guide>
        <p15:guide id="5" orient="horz" pos="1162">
          <p15:clr>
            <a:srgbClr val="FBAE40"/>
          </p15:clr>
        </p15:guide>
        <p15:guide id="6" pos="4273">
          <p15:clr>
            <a:srgbClr val="FBAE40"/>
          </p15:clr>
        </p15:guide>
        <p15:guide id="7" orient="horz" pos="436">
          <p15:clr>
            <a:srgbClr val="FBAE40"/>
          </p15:clr>
        </p15:guide>
        <p15:guide id="8" orient="horz" pos="388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8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829FBF18-9515-B221-30A3-574D8B5A33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209" y="3127967"/>
            <a:ext cx="3593726" cy="60206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6F344E0-9417-4D7A-319A-054783E6617A}"/>
              </a:ext>
            </a:extLst>
          </p:cNvPr>
          <p:cNvSpPr txBox="1"/>
          <p:nvPr/>
        </p:nvSpPr>
        <p:spPr>
          <a:xfrm>
            <a:off x="371257" y="3808317"/>
            <a:ext cx="3997630" cy="3539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50" b="0" i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The </a:t>
            </a:r>
            <a:r>
              <a:rPr lang="en-US" sz="165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Private Funds Clearing House</a:t>
            </a:r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0CC16794-333F-0F82-9D91-2F21917881B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926054" y="5047064"/>
            <a:ext cx="3575050" cy="982133"/>
          </a:xfrm>
        </p:spPr>
        <p:txBody>
          <a:bodyPr lIns="0" rIns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client logo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A1380E0-E09F-CE02-C570-38B978C5F798}"/>
              </a:ext>
            </a:extLst>
          </p:cNvPr>
          <p:cNvCxnSpPr>
            <a:cxnSpLocks/>
          </p:cNvCxnSpPr>
          <p:nvPr/>
        </p:nvCxnSpPr>
        <p:spPr>
          <a:xfrm flipV="1">
            <a:off x="6926054" y="4928532"/>
            <a:ext cx="0" cy="192946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1">
            <a:extLst>
              <a:ext uri="{FF2B5EF4-FFF2-40B4-BE49-F238E27FC236}">
                <a16:creationId xmlns:a16="http://schemas.microsoft.com/office/drawing/2014/main" id="{2C1AE6E8-3CDD-8F11-C4F9-C54F24BB4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6622" y="2214575"/>
            <a:ext cx="4651349" cy="2049400"/>
          </a:xfrm>
        </p:spPr>
        <p:txBody>
          <a:bodyPr bIns="0" anchor="b">
            <a:noAutofit/>
          </a:bodyPr>
          <a:lstStyle>
            <a:lvl1pPr>
              <a:defRPr sz="4400" b="0" i="0">
                <a:solidFill>
                  <a:schemeClr val="tx2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4E3F2A61-7298-0543-86D5-748C86D79B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26054" y="4256289"/>
            <a:ext cx="4651349" cy="428403"/>
          </a:xfrm>
        </p:spPr>
        <p:txBody>
          <a:bodyPr>
            <a:noAutofit/>
          </a:bodyPr>
          <a:lstStyle>
            <a:lvl1pPr>
              <a:defRPr sz="1400" b="0" i="0">
                <a:solidFill>
                  <a:schemeClr val="accent2"/>
                </a:solidFill>
                <a:latin typeface="Poppins ExtraLight" pitchFamily="2" charset="77"/>
                <a:cs typeface="Poppins Extra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671E5B-EE28-8BC2-ED72-125C97C7EB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7820" y="489986"/>
            <a:ext cx="679725" cy="6797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565FF4-A2FD-9B3A-003A-5787285C3D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64" t="19016" b="19016"/>
          <a:stretch/>
        </p:blipFill>
        <p:spPr>
          <a:xfrm>
            <a:off x="0" y="0"/>
            <a:ext cx="63785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939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407">
          <p15:clr>
            <a:srgbClr val="FBAE40"/>
          </p15:clr>
        </p15:guide>
        <p15:guide id="4" pos="381">
          <p15:clr>
            <a:srgbClr val="FBAE40"/>
          </p15:clr>
        </p15:guide>
        <p15:guide id="5" orient="horz" pos="1162">
          <p15:clr>
            <a:srgbClr val="FBAE40"/>
          </p15:clr>
        </p15:guide>
        <p15:guide id="6" pos="4273">
          <p15:clr>
            <a:srgbClr val="FBAE40"/>
          </p15:clr>
        </p15:guide>
        <p15:guide id="7" orient="horz" pos="436">
          <p15:clr>
            <a:srgbClr val="FBAE40"/>
          </p15:clr>
        </p15:guide>
        <p15:guide id="8" orient="horz" pos="3887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8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85DB5CB7-13A4-F296-5C8D-5DD8DE56F4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64" t="19016" b="19016"/>
          <a:stretch/>
        </p:blipFill>
        <p:spPr>
          <a:xfrm>
            <a:off x="0" y="0"/>
            <a:ext cx="6378574" cy="6858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29FBF18-9515-B221-30A3-574D8B5A33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209" y="3127967"/>
            <a:ext cx="3593726" cy="60206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6F344E0-9417-4D7A-319A-054783E6617A}"/>
              </a:ext>
            </a:extLst>
          </p:cNvPr>
          <p:cNvSpPr txBox="1"/>
          <p:nvPr/>
        </p:nvSpPr>
        <p:spPr>
          <a:xfrm>
            <a:off x="371257" y="3808317"/>
            <a:ext cx="3997630" cy="3539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50" b="0" i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The </a:t>
            </a:r>
            <a:r>
              <a:rPr lang="en-US" sz="165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Private Funds Clearing House</a:t>
            </a:r>
          </a:p>
        </p:txBody>
      </p:sp>
      <p:sp>
        <p:nvSpPr>
          <p:cNvPr id="38" name="Title 11">
            <a:extLst>
              <a:ext uri="{FF2B5EF4-FFF2-40B4-BE49-F238E27FC236}">
                <a16:creationId xmlns:a16="http://schemas.microsoft.com/office/drawing/2014/main" id="{45018BA8-5CF5-12B6-8FD4-E2B343E6A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6764" y="2213643"/>
            <a:ext cx="4651349" cy="2049400"/>
          </a:xfrm>
        </p:spPr>
        <p:txBody>
          <a:bodyPr bIns="0" anchor="b">
            <a:noAutofit/>
          </a:bodyPr>
          <a:lstStyle>
            <a:lvl1pPr>
              <a:defRPr sz="4400" b="0" i="0">
                <a:solidFill>
                  <a:schemeClr val="tx2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77AD6BC1-31E9-C5BB-E2B2-DA9E04CBE0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16196" y="4255357"/>
            <a:ext cx="4651349" cy="428403"/>
          </a:xfrm>
        </p:spPr>
        <p:txBody>
          <a:bodyPr>
            <a:noAutofit/>
          </a:bodyPr>
          <a:lstStyle>
            <a:lvl1pPr>
              <a:defRPr sz="1400" b="0" i="0">
                <a:solidFill>
                  <a:schemeClr val="accent2"/>
                </a:solidFill>
                <a:latin typeface="Poppins ExtraLight" pitchFamily="2" charset="77"/>
                <a:cs typeface="Poppins Extra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ZA"/>
              <a:t>January 2025</a:t>
            </a:r>
            <a:endParaRPr lang="en-GB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AA28ACC3-C88C-E4A8-26D4-04168072B28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7820" y="489986"/>
            <a:ext cx="679725" cy="67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334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407">
          <p15:clr>
            <a:srgbClr val="FBAE40"/>
          </p15:clr>
        </p15:guide>
        <p15:guide id="4" pos="370">
          <p15:clr>
            <a:srgbClr val="FBAE40"/>
          </p15:clr>
        </p15:guide>
        <p15:guide id="5" orient="horz" pos="1162">
          <p15:clr>
            <a:srgbClr val="FBAE40"/>
          </p15:clr>
        </p15:guide>
        <p15:guide id="6" pos="4273">
          <p15:clr>
            <a:srgbClr val="FBAE40"/>
          </p15:clr>
        </p15:guide>
        <p15:guide id="7" orient="horz" pos="391">
          <p15:clr>
            <a:srgbClr val="FBAE40"/>
          </p15:clr>
        </p15:guide>
        <p15:guide id="8" orient="horz" pos="3887">
          <p15:clr>
            <a:srgbClr val="FBAE40"/>
          </p15:clr>
        </p15:guide>
        <p15:guide id="9" pos="7287">
          <p15:clr>
            <a:srgbClr val="FBAE40"/>
          </p15:clr>
        </p15:guide>
        <p15:guide id="10" pos="402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2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85DB5CB7-13A4-F296-5C8D-5DD8DE56F4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64" t="19016" b="19016"/>
          <a:stretch/>
        </p:blipFill>
        <p:spPr>
          <a:xfrm>
            <a:off x="0" y="0"/>
            <a:ext cx="6378574" cy="6858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29FBF18-9515-B221-30A3-574D8B5A33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209" y="3131467"/>
            <a:ext cx="3593726" cy="59506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6F344E0-9417-4D7A-319A-054783E6617A}"/>
              </a:ext>
            </a:extLst>
          </p:cNvPr>
          <p:cNvSpPr txBox="1"/>
          <p:nvPr/>
        </p:nvSpPr>
        <p:spPr>
          <a:xfrm>
            <a:off x="371257" y="3808317"/>
            <a:ext cx="3997630" cy="353943"/>
          </a:xfrm>
          <a:prstGeom prst="rect">
            <a:avLst/>
          </a:prstGeom>
          <a:solidFill>
            <a:schemeClr val="accent1"/>
          </a:solidFill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50" b="0" i="0">
                <a:solidFill>
                  <a:schemeClr val="bg2"/>
                </a:solidFill>
                <a:latin typeface="Poppins" pitchFamily="2" charset="77"/>
                <a:cs typeface="Poppins" pitchFamily="2" charset="77"/>
              </a:rPr>
              <a:t>The </a:t>
            </a:r>
            <a:r>
              <a:rPr lang="en-US" sz="1650" b="1" i="0">
                <a:solidFill>
                  <a:schemeClr val="bg2"/>
                </a:solidFill>
                <a:latin typeface="Poppins SemiBold" pitchFamily="2" charset="77"/>
                <a:cs typeface="Poppins SemiBold" pitchFamily="2" charset="77"/>
              </a:rPr>
              <a:t>Private Funds Clearing House</a:t>
            </a:r>
          </a:p>
        </p:txBody>
      </p:sp>
      <p:sp>
        <p:nvSpPr>
          <p:cNvPr id="38" name="Title 11">
            <a:extLst>
              <a:ext uri="{FF2B5EF4-FFF2-40B4-BE49-F238E27FC236}">
                <a16:creationId xmlns:a16="http://schemas.microsoft.com/office/drawing/2014/main" id="{45018BA8-5CF5-12B6-8FD4-E2B343E6A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6764" y="2213643"/>
            <a:ext cx="4651349" cy="2049400"/>
          </a:xfrm>
        </p:spPr>
        <p:txBody>
          <a:bodyPr bIns="0" anchor="b">
            <a:noAutofit/>
          </a:bodyPr>
          <a:lstStyle>
            <a:lvl1pPr>
              <a:defRPr sz="4400" b="0" i="0">
                <a:solidFill>
                  <a:schemeClr val="bg1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77AD6BC1-31E9-C5BB-E2B2-DA9E04CBE0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16196" y="4255357"/>
            <a:ext cx="4651349" cy="428403"/>
          </a:xfrm>
        </p:spPr>
        <p:txBody>
          <a:bodyPr>
            <a:noAutofit/>
          </a:bodyPr>
          <a:lstStyle>
            <a:lvl1pPr>
              <a:defRPr sz="1400" b="0" i="0">
                <a:solidFill>
                  <a:schemeClr val="bg1"/>
                </a:solidFill>
                <a:latin typeface="Poppins ExtraLight" pitchFamily="2" charset="77"/>
                <a:cs typeface="Poppins Extra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AA28ACC3-C88C-E4A8-26D4-04168072B28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7820" y="489986"/>
            <a:ext cx="679725" cy="67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959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407">
          <p15:clr>
            <a:srgbClr val="FBAE40"/>
          </p15:clr>
        </p15:guide>
        <p15:guide id="4" pos="370">
          <p15:clr>
            <a:srgbClr val="FBAE40"/>
          </p15:clr>
        </p15:guide>
        <p15:guide id="5" orient="horz" pos="1162">
          <p15:clr>
            <a:srgbClr val="FBAE40"/>
          </p15:clr>
        </p15:guide>
        <p15:guide id="6" pos="4273">
          <p15:clr>
            <a:srgbClr val="FBAE40"/>
          </p15:clr>
        </p15:guide>
        <p15:guide id="7" orient="horz" pos="391">
          <p15:clr>
            <a:srgbClr val="FBAE40"/>
          </p15:clr>
        </p15:guide>
        <p15:guide id="8" orient="horz" pos="3887">
          <p15:clr>
            <a:srgbClr val="FBAE40"/>
          </p15:clr>
        </p15:guide>
        <p15:guide id="9" pos="7287">
          <p15:clr>
            <a:srgbClr val="FBAE40"/>
          </p15:clr>
        </p15:guide>
        <p15:guide id="10" pos="402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7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6EE60C-472B-C9A7-19E4-5BA15E7825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57" t="19033" r="39512" b="19149"/>
          <a:stretch/>
        </p:blipFill>
        <p:spPr>
          <a:xfrm>
            <a:off x="5408613" y="0"/>
            <a:ext cx="678338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2E1C95-13F5-1648-887E-25A765135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695" y="1830820"/>
            <a:ext cx="3983350" cy="2135309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D96881-7279-D50E-E5C9-6F9B90E1E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695" y="3977645"/>
            <a:ext cx="3983350" cy="573719"/>
          </a:xfrm>
        </p:spPr>
        <p:txBody>
          <a:bodyPr>
            <a:normAutofit/>
          </a:bodyPr>
          <a:lstStyle>
            <a:lvl1pPr marL="0" indent="0" algn="l">
              <a:buNone/>
              <a:defRPr sz="1400" b="0" i="0">
                <a:solidFill>
                  <a:schemeClr val="accent2"/>
                </a:solidFill>
                <a:latin typeface="Poppi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A42FD8-0D2E-B5DF-C5D4-427FFF5C8F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7535" y="489986"/>
            <a:ext cx="679725" cy="679725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25D0892-090B-4820-EFBF-4402DA6AD35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60095" y="5035972"/>
            <a:ext cx="3575050" cy="982133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client logo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742D9C-6330-46DC-8E1F-77D6D6E3C788}"/>
              </a:ext>
            </a:extLst>
          </p:cNvPr>
          <p:cNvCxnSpPr>
            <a:cxnSpLocks/>
          </p:cNvCxnSpPr>
          <p:nvPr/>
        </p:nvCxnSpPr>
        <p:spPr>
          <a:xfrm flipV="1">
            <a:off x="607695" y="4927600"/>
            <a:ext cx="0" cy="192946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41EEBB1-B7F3-B7A4-A196-CD6DE632599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88162" y="3131467"/>
            <a:ext cx="3593726" cy="5950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6B75E3-5C55-7E79-D40A-3E6BC93CF9A5}"/>
              </a:ext>
            </a:extLst>
          </p:cNvPr>
          <p:cNvSpPr txBox="1"/>
          <p:nvPr/>
        </p:nvSpPr>
        <p:spPr>
          <a:xfrm>
            <a:off x="7786210" y="3808317"/>
            <a:ext cx="3997630" cy="3539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50" b="0" i="0">
                <a:solidFill>
                  <a:schemeClr val="bg2"/>
                </a:solidFill>
                <a:latin typeface="Poppins" pitchFamily="2" charset="77"/>
                <a:cs typeface="Poppins" pitchFamily="2" charset="77"/>
              </a:rPr>
              <a:t>The </a:t>
            </a:r>
            <a:r>
              <a:rPr lang="en-US" sz="1650" b="1" i="0">
                <a:solidFill>
                  <a:schemeClr val="bg2"/>
                </a:solidFill>
                <a:latin typeface="Poppins SemiBold" pitchFamily="2" charset="77"/>
                <a:cs typeface="Poppins SemiBold" pitchFamily="2" charset="77"/>
              </a:rPr>
              <a:t>Private Funds Clearing House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5DAF35-6178-5088-AAF7-28257A339753}"/>
              </a:ext>
            </a:extLst>
          </p:cNvPr>
          <p:cNvCxnSpPr>
            <a:cxnSpLocks/>
          </p:cNvCxnSpPr>
          <p:nvPr/>
        </p:nvCxnSpPr>
        <p:spPr>
          <a:xfrm flipV="1">
            <a:off x="760095" y="5080000"/>
            <a:ext cx="0" cy="192946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904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407">
          <p15:clr>
            <a:srgbClr val="FBAE40"/>
          </p15:clr>
        </p15:guide>
        <p15:guide id="4" pos="370">
          <p15:clr>
            <a:srgbClr val="FBAE40"/>
          </p15:clr>
        </p15:guide>
        <p15:guide id="5" orient="horz" pos="1162">
          <p15:clr>
            <a:srgbClr val="FBAE40"/>
          </p15:clr>
        </p15:guide>
        <p15:guide id="6" pos="4273">
          <p15:clr>
            <a:srgbClr val="FBAE40"/>
          </p15:clr>
        </p15:guide>
        <p15:guide id="7" orient="horz" pos="391">
          <p15:clr>
            <a:srgbClr val="FBAE40"/>
          </p15:clr>
        </p15:guide>
        <p15:guide id="8" orient="horz" pos="3887">
          <p15:clr>
            <a:srgbClr val="FBAE40"/>
          </p15:clr>
        </p15:guide>
        <p15:guide id="9" pos="7287">
          <p15:clr>
            <a:srgbClr val="FBAE40"/>
          </p15:clr>
        </p15:guide>
        <p15:guide id="10" orient="horz" pos="263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3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6EE60C-472B-C9A7-19E4-5BA15E7825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19" t="19045" r="-1" b="19285"/>
          <a:stretch/>
        </p:blipFill>
        <p:spPr>
          <a:xfrm rot="10800000">
            <a:off x="5421578" y="0"/>
            <a:ext cx="677042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2E1C95-13F5-1648-887E-25A765135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695" y="1830820"/>
            <a:ext cx="3983350" cy="2135309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D96881-7279-D50E-E5C9-6F9B90E1E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695" y="3977645"/>
            <a:ext cx="3983350" cy="573719"/>
          </a:xfrm>
        </p:spPr>
        <p:txBody>
          <a:bodyPr>
            <a:normAutofit/>
          </a:bodyPr>
          <a:lstStyle>
            <a:lvl1pPr marL="0" indent="0" algn="l">
              <a:buNone/>
              <a:defRPr sz="1400" b="0" i="0">
                <a:solidFill>
                  <a:schemeClr val="bg1"/>
                </a:solidFill>
                <a:latin typeface="Poppi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A42FD8-0D2E-B5DF-C5D4-427FFF5C8F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7535" y="489986"/>
            <a:ext cx="679725" cy="679725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25D0892-090B-4820-EFBF-4402DA6AD35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7960" y="5035972"/>
            <a:ext cx="3575050" cy="98213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client logo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742D9C-6330-46DC-8E1F-77D6D6E3C788}"/>
              </a:ext>
            </a:extLst>
          </p:cNvPr>
          <p:cNvCxnSpPr>
            <a:cxnSpLocks/>
          </p:cNvCxnSpPr>
          <p:nvPr/>
        </p:nvCxnSpPr>
        <p:spPr>
          <a:xfrm flipV="1">
            <a:off x="607695" y="4927600"/>
            <a:ext cx="0" cy="192946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906F9C5F-E285-A110-F7D9-AD9B780AAB3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88162" y="3131467"/>
            <a:ext cx="3593726" cy="5950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BDAEFD-85C7-FE1D-8DF9-91977987AE93}"/>
              </a:ext>
            </a:extLst>
          </p:cNvPr>
          <p:cNvSpPr txBox="1"/>
          <p:nvPr/>
        </p:nvSpPr>
        <p:spPr>
          <a:xfrm>
            <a:off x="7786210" y="3808317"/>
            <a:ext cx="3997630" cy="3539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50" b="0" i="0">
                <a:solidFill>
                  <a:schemeClr val="bg2"/>
                </a:solidFill>
                <a:latin typeface="Poppins" pitchFamily="2" charset="77"/>
                <a:cs typeface="Poppins" pitchFamily="2" charset="77"/>
              </a:rPr>
              <a:t>The </a:t>
            </a:r>
            <a:r>
              <a:rPr lang="en-US" sz="1650" b="1" i="0">
                <a:solidFill>
                  <a:schemeClr val="bg2"/>
                </a:solidFill>
                <a:latin typeface="Poppins SemiBold" pitchFamily="2" charset="77"/>
                <a:cs typeface="Poppins SemiBold" pitchFamily="2" charset="77"/>
              </a:rPr>
              <a:t>Private Funds Clearing House</a:t>
            </a:r>
          </a:p>
        </p:txBody>
      </p:sp>
    </p:spTree>
    <p:extLst>
      <p:ext uri="{BB962C8B-B14F-4D97-AF65-F5344CB8AC3E}">
        <p14:creationId xmlns:p14="http://schemas.microsoft.com/office/powerpoint/2010/main" val="324290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407">
          <p15:clr>
            <a:srgbClr val="FBAE40"/>
          </p15:clr>
        </p15:guide>
        <p15:guide id="4" pos="370">
          <p15:clr>
            <a:srgbClr val="FBAE40"/>
          </p15:clr>
        </p15:guide>
        <p15:guide id="5" orient="horz" pos="1162">
          <p15:clr>
            <a:srgbClr val="FBAE40"/>
          </p15:clr>
        </p15:guide>
        <p15:guide id="6" pos="4273">
          <p15:clr>
            <a:srgbClr val="FBAE40"/>
          </p15:clr>
        </p15:guide>
        <p15:guide id="7" orient="horz" pos="391">
          <p15:clr>
            <a:srgbClr val="FBAE40"/>
          </p15:clr>
        </p15:guide>
        <p15:guide id="8" orient="horz" pos="3887">
          <p15:clr>
            <a:srgbClr val="FBAE40"/>
          </p15:clr>
        </p15:guide>
        <p15:guide id="9" pos="7287">
          <p15:clr>
            <a:srgbClr val="FBAE40"/>
          </p15:clr>
        </p15:guide>
        <p15:guide id="10" orient="horz" pos="263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9_Title Slide">
    <p:bg>
      <p:bgPr>
        <a:gradFill flip="none" rotWithShape="1">
          <a:gsLst>
            <a:gs pos="83000">
              <a:schemeClr val="accent1"/>
            </a:gs>
            <a:gs pos="0">
              <a:schemeClr val="accent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C06CAC-633B-BC63-EC23-5295A74960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670"/>
            <a:ext cx="12192000" cy="6858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3E0B2E8-3D39-9EAF-2EAE-27AFDFF25F62}"/>
              </a:ext>
            </a:extLst>
          </p:cNvPr>
          <p:cNvSpPr txBox="1"/>
          <p:nvPr/>
        </p:nvSpPr>
        <p:spPr>
          <a:xfrm>
            <a:off x="587375" y="5870531"/>
            <a:ext cx="3007604" cy="30008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35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Subscription</a:t>
            </a:r>
            <a:r>
              <a:rPr lang="en-US" sz="135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35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350" b="0" i="0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35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35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KYC</a:t>
            </a:r>
            <a:r>
              <a:rPr lang="en-US" sz="135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35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350" b="0" i="0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35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35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Tax </a:t>
            </a:r>
            <a:r>
              <a:rPr lang="en-US" sz="135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35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 </a:t>
            </a:r>
            <a:r>
              <a:rPr lang="en-US" sz="1350" b="0" i="0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35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MLRO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95395A6-1E93-DB50-B1E2-6923C4006E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7535" y="489986"/>
            <a:ext cx="679725" cy="679725"/>
          </a:xfrm>
          <a:prstGeom prst="rect">
            <a:avLst/>
          </a:prstGeom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7E1A67A2-377F-430E-149A-9EB81C2963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695" y="2394888"/>
            <a:ext cx="3983350" cy="157381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5F66D099-3559-68CE-F4E4-40B38F0381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695" y="3966364"/>
            <a:ext cx="3983350" cy="573719"/>
          </a:xfrm>
        </p:spPr>
        <p:txBody>
          <a:bodyPr>
            <a:normAutofit/>
          </a:bodyPr>
          <a:lstStyle>
            <a:lvl1pPr marL="0" indent="0" algn="l">
              <a:buNone/>
              <a:defRPr sz="1400" b="0" i="0">
                <a:solidFill>
                  <a:schemeClr val="accent2"/>
                </a:solidFill>
                <a:latin typeface="Poppi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5F01FE-FFE0-A304-AF2B-B785B58FE23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88162" y="3131467"/>
            <a:ext cx="3593726" cy="59506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6DCEFF-DEA6-1E0D-10C2-D63EC46407A3}"/>
              </a:ext>
            </a:extLst>
          </p:cNvPr>
          <p:cNvSpPr txBox="1"/>
          <p:nvPr/>
        </p:nvSpPr>
        <p:spPr>
          <a:xfrm>
            <a:off x="7786210" y="3808317"/>
            <a:ext cx="3997630" cy="3539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50" b="0" i="0">
                <a:solidFill>
                  <a:schemeClr val="bg2"/>
                </a:solidFill>
                <a:latin typeface="Poppins" pitchFamily="2" charset="77"/>
                <a:cs typeface="Poppins" pitchFamily="2" charset="77"/>
              </a:rPr>
              <a:t>The </a:t>
            </a:r>
            <a:r>
              <a:rPr lang="en-US" sz="1650" b="1" i="0">
                <a:solidFill>
                  <a:schemeClr val="bg2"/>
                </a:solidFill>
                <a:latin typeface="Poppins SemiBold" pitchFamily="2" charset="77"/>
                <a:cs typeface="Poppins SemiBold" pitchFamily="2" charset="77"/>
              </a:rPr>
              <a:t>Private Funds Clearing House</a:t>
            </a:r>
          </a:p>
        </p:txBody>
      </p:sp>
    </p:spTree>
    <p:extLst>
      <p:ext uri="{BB962C8B-B14F-4D97-AF65-F5344CB8AC3E}">
        <p14:creationId xmlns:p14="http://schemas.microsoft.com/office/powerpoint/2010/main" val="330954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407">
          <p15:clr>
            <a:srgbClr val="FBAE40"/>
          </p15:clr>
        </p15:guide>
        <p15:guide id="4" pos="370">
          <p15:clr>
            <a:srgbClr val="FBAE40"/>
          </p15:clr>
        </p15:guide>
        <p15:guide id="5" orient="horz" pos="1162">
          <p15:clr>
            <a:srgbClr val="FBAE40"/>
          </p15:clr>
        </p15:guide>
        <p15:guide id="6" pos="4273">
          <p15:clr>
            <a:srgbClr val="FBAE40"/>
          </p15:clr>
        </p15:guide>
        <p15:guide id="7" orient="horz" pos="391">
          <p15:clr>
            <a:srgbClr val="FBAE40"/>
          </p15:clr>
        </p15:guide>
        <p15:guide id="8" orient="horz" pos="3887">
          <p15:clr>
            <a:srgbClr val="FBAE40"/>
          </p15:clr>
        </p15:guide>
        <p15:guide id="9" pos="7287">
          <p15:clr>
            <a:srgbClr val="FBAE40"/>
          </p15:clr>
        </p15:guide>
        <p15:guide id="10" orient="horz" pos="263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Title Slide">
    <p:bg>
      <p:bgPr>
        <a:gradFill flip="none" rotWithShape="1">
          <a:gsLst>
            <a:gs pos="83000">
              <a:schemeClr val="accent1"/>
            </a:gs>
            <a:gs pos="0">
              <a:schemeClr val="accent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C06CAC-633B-BC63-EC23-5295A74960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2E1C95-13F5-1648-887E-25A765135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3209" y="3195682"/>
            <a:ext cx="8969748" cy="770336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3200" b="0" i="0">
                <a:solidFill>
                  <a:schemeClr val="tx2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D96881-7279-D50E-E5C9-6F9B90E1E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3209" y="3973839"/>
            <a:ext cx="8969748" cy="573719"/>
          </a:xfrm>
        </p:spPr>
        <p:txBody>
          <a:bodyPr>
            <a:normAutofit/>
          </a:bodyPr>
          <a:lstStyle>
            <a:lvl1pPr marL="0" indent="0" algn="r">
              <a:buNone/>
              <a:defRPr sz="1400" b="0" i="0">
                <a:solidFill>
                  <a:schemeClr val="accent2"/>
                </a:solidFill>
                <a:latin typeface="Poppins ExtraLight" pitchFamily="2" charset="77"/>
                <a:cs typeface="Poppins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4AD2403A-F7EC-51BD-58E5-9DBA3B872A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77292" y="3129575"/>
            <a:ext cx="1670649" cy="2056717"/>
          </a:xfrm>
        </p:spPr>
        <p:txBody>
          <a:bodyPr wrap="none" anchor="ctr">
            <a:spAutoFit/>
          </a:bodyPr>
          <a:lstStyle>
            <a:lvl1pPr marL="0" indent="0" algn="r">
              <a:buNone/>
              <a:defRPr sz="13800" b="0" i="0">
                <a:solidFill>
                  <a:schemeClr val="tx2"/>
                </a:solidFill>
                <a:latin typeface="Poppins" pitchFamily="2" charset="77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702AFDC-870C-2F2C-C0E0-AEE9CA9319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209" y="1115636"/>
            <a:ext cx="3593726" cy="60206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AC007B8-D935-500D-6670-BE5B3DF65D25}"/>
              </a:ext>
            </a:extLst>
          </p:cNvPr>
          <p:cNvSpPr txBox="1"/>
          <p:nvPr/>
        </p:nvSpPr>
        <p:spPr>
          <a:xfrm>
            <a:off x="371257" y="1795986"/>
            <a:ext cx="3997630" cy="3539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50" b="0" i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The </a:t>
            </a:r>
            <a:r>
              <a:rPr lang="en-US" sz="165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Private Funds Clearing House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0A2C31-A396-21CD-D966-DAEA3B4CE5E2}"/>
              </a:ext>
            </a:extLst>
          </p:cNvPr>
          <p:cNvSpPr txBox="1"/>
          <p:nvPr/>
        </p:nvSpPr>
        <p:spPr>
          <a:xfrm>
            <a:off x="628814" y="5677015"/>
            <a:ext cx="3997629" cy="3539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700" b="0" i="0">
                <a:solidFill>
                  <a:schemeClr val="tx2"/>
                </a:solidFill>
                <a:latin typeface="Poppins Light" pitchFamily="2" charset="77"/>
                <a:cs typeface="Poppins Light" pitchFamily="2" charset="77"/>
              </a:rPr>
              <a:t>Subscription</a:t>
            </a:r>
            <a:r>
              <a:rPr lang="en-US" sz="1700" b="0" i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0" i="0">
                <a:solidFill>
                  <a:schemeClr val="accent2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0" i="0">
                <a:solidFill>
                  <a:schemeClr val="tx2"/>
                </a:solidFill>
                <a:latin typeface="Poppins Light" pitchFamily="2" charset="77"/>
                <a:cs typeface="Poppins Light" pitchFamily="2" charset="77"/>
              </a:rPr>
              <a:t>KYC</a:t>
            </a:r>
            <a:r>
              <a:rPr lang="en-US" sz="1700" b="0" i="0">
                <a:solidFill>
                  <a:schemeClr val="accent2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0" i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0" i="0">
                <a:solidFill>
                  <a:schemeClr val="tx2"/>
                </a:solidFill>
                <a:latin typeface="Poppins Light" pitchFamily="2" charset="77"/>
                <a:cs typeface="Poppins Light" pitchFamily="2" charset="77"/>
              </a:rPr>
              <a:t>Tax </a:t>
            </a:r>
            <a:r>
              <a:rPr lang="en-US" sz="1700" b="0" i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 </a:t>
            </a:r>
            <a:r>
              <a:rPr lang="en-US" sz="1700" b="0" i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0" i="0">
                <a:solidFill>
                  <a:schemeClr val="tx2"/>
                </a:solidFill>
                <a:latin typeface="Poppins Light" pitchFamily="2" charset="77"/>
                <a:cs typeface="Poppins Light" pitchFamily="2" charset="77"/>
              </a:rPr>
              <a:t>MLRO</a:t>
            </a:r>
          </a:p>
        </p:txBody>
      </p:sp>
    </p:spTree>
    <p:extLst>
      <p:ext uri="{BB962C8B-B14F-4D97-AF65-F5344CB8AC3E}">
        <p14:creationId xmlns:p14="http://schemas.microsoft.com/office/powerpoint/2010/main" val="1227591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504">
          <p15:clr>
            <a:srgbClr val="FBAE40"/>
          </p15:clr>
        </p15:guide>
        <p15:guide id="4" pos="38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6_Title Slide">
    <p:bg>
      <p:bgPr>
        <a:gradFill flip="none" rotWithShape="1">
          <a:gsLst>
            <a:gs pos="83000">
              <a:schemeClr val="accent1"/>
            </a:gs>
            <a:gs pos="0">
              <a:schemeClr val="accent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C06CAC-633B-BC63-EC23-5295A74960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2E1C95-13F5-1648-887E-25A765135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3209" y="3195682"/>
            <a:ext cx="8969748" cy="770336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3200" b="0" i="0">
                <a:solidFill>
                  <a:schemeClr val="bg1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D96881-7279-D50E-E5C9-6F9B90E1E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3209" y="3973839"/>
            <a:ext cx="8969748" cy="573719"/>
          </a:xfrm>
        </p:spPr>
        <p:txBody>
          <a:bodyPr>
            <a:normAutofit/>
          </a:bodyPr>
          <a:lstStyle>
            <a:lvl1pPr marL="0" indent="0" algn="r">
              <a:buNone/>
              <a:defRPr sz="1400" b="0" i="0">
                <a:solidFill>
                  <a:schemeClr val="bg1"/>
                </a:solidFill>
                <a:latin typeface="Poppins ExtraLight" pitchFamily="2" charset="77"/>
                <a:cs typeface="Poppins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4AD2403A-F7EC-51BD-58E5-9DBA3B872A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77292" y="3129575"/>
            <a:ext cx="1670649" cy="2056717"/>
          </a:xfrm>
        </p:spPr>
        <p:txBody>
          <a:bodyPr wrap="none" anchor="ctr">
            <a:spAutoFit/>
          </a:bodyPr>
          <a:lstStyle>
            <a:lvl1pPr marL="0" indent="0" algn="r">
              <a:buNone/>
              <a:defRPr sz="13800" b="0" i="0">
                <a:solidFill>
                  <a:schemeClr val="bg1"/>
                </a:solidFill>
                <a:latin typeface="Poppins" pitchFamily="2" charset="77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702AFDC-870C-2F2C-C0E0-AEE9CA9319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209" y="1119136"/>
            <a:ext cx="3593726" cy="59506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AC007B8-D935-500D-6670-BE5B3DF65D25}"/>
              </a:ext>
            </a:extLst>
          </p:cNvPr>
          <p:cNvSpPr txBox="1"/>
          <p:nvPr/>
        </p:nvSpPr>
        <p:spPr>
          <a:xfrm>
            <a:off x="371257" y="1795986"/>
            <a:ext cx="3997630" cy="3539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5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The </a:t>
            </a:r>
            <a:r>
              <a:rPr lang="en-US" sz="165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Private Funds Clearing House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0A2C31-A396-21CD-D966-DAEA3B4CE5E2}"/>
              </a:ext>
            </a:extLst>
          </p:cNvPr>
          <p:cNvSpPr txBox="1"/>
          <p:nvPr/>
        </p:nvSpPr>
        <p:spPr>
          <a:xfrm>
            <a:off x="628814" y="5677015"/>
            <a:ext cx="3997629" cy="3539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Subscription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0" i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KYC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Tax 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 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MLRO</a:t>
            </a:r>
          </a:p>
        </p:txBody>
      </p:sp>
    </p:spTree>
    <p:extLst>
      <p:ext uri="{BB962C8B-B14F-4D97-AF65-F5344CB8AC3E}">
        <p14:creationId xmlns:p14="http://schemas.microsoft.com/office/powerpoint/2010/main" val="4086155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504">
          <p15:clr>
            <a:srgbClr val="FBAE40"/>
          </p15:clr>
        </p15:guide>
        <p15:guide id="4" pos="38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Title Slide">
    <p:bg>
      <p:bgPr>
        <a:gradFill flip="none" rotWithShape="1">
          <a:gsLst>
            <a:gs pos="83000">
              <a:schemeClr val="accent1"/>
            </a:gs>
            <a:gs pos="0">
              <a:schemeClr val="accent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C06CAC-633B-BC63-EC23-5295A74960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2E1C95-13F5-1648-887E-25A765135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3209" y="3195682"/>
            <a:ext cx="8969748" cy="770336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3200" b="0" i="0">
                <a:solidFill>
                  <a:schemeClr val="accent2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D96881-7279-D50E-E5C9-6F9B90E1E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3209" y="3973839"/>
            <a:ext cx="8969748" cy="573719"/>
          </a:xfrm>
        </p:spPr>
        <p:txBody>
          <a:bodyPr>
            <a:normAutofit/>
          </a:bodyPr>
          <a:lstStyle>
            <a:lvl1pPr marL="0" indent="0" algn="r">
              <a:buNone/>
              <a:defRPr sz="1400" b="0" i="0">
                <a:solidFill>
                  <a:schemeClr val="bg1"/>
                </a:solidFill>
                <a:latin typeface="Poppins ExtraLight" pitchFamily="2" charset="77"/>
                <a:cs typeface="Poppins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4AD2403A-F7EC-51BD-58E5-9DBA3B872A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77292" y="3129575"/>
            <a:ext cx="1670649" cy="2056717"/>
          </a:xfrm>
        </p:spPr>
        <p:txBody>
          <a:bodyPr wrap="none" anchor="ctr">
            <a:spAutoFit/>
          </a:bodyPr>
          <a:lstStyle>
            <a:lvl1pPr marL="0" indent="0" algn="r">
              <a:buNone/>
              <a:defRPr sz="13800" b="0" i="0">
                <a:solidFill>
                  <a:schemeClr val="tx2"/>
                </a:solidFill>
                <a:latin typeface="Poppins" pitchFamily="2" charset="77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702AFDC-870C-2F2C-C0E0-AEE9CA9319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209" y="1119136"/>
            <a:ext cx="3593726" cy="59506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AC007B8-D935-500D-6670-BE5B3DF65D25}"/>
              </a:ext>
            </a:extLst>
          </p:cNvPr>
          <p:cNvSpPr txBox="1"/>
          <p:nvPr/>
        </p:nvSpPr>
        <p:spPr>
          <a:xfrm>
            <a:off x="371257" y="1795986"/>
            <a:ext cx="3997630" cy="3539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5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The </a:t>
            </a:r>
            <a:r>
              <a:rPr lang="en-US" sz="165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Private Funds Clearing House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0A2C31-A396-21CD-D966-DAEA3B4CE5E2}"/>
              </a:ext>
            </a:extLst>
          </p:cNvPr>
          <p:cNvSpPr txBox="1"/>
          <p:nvPr/>
        </p:nvSpPr>
        <p:spPr>
          <a:xfrm>
            <a:off x="628814" y="5677015"/>
            <a:ext cx="3997629" cy="3539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Subscription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0" i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KYC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Tax 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 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MLRO</a:t>
            </a:r>
          </a:p>
        </p:txBody>
      </p:sp>
    </p:spTree>
    <p:extLst>
      <p:ext uri="{BB962C8B-B14F-4D97-AF65-F5344CB8AC3E}">
        <p14:creationId xmlns:p14="http://schemas.microsoft.com/office/powerpoint/2010/main" val="1818810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504">
          <p15:clr>
            <a:srgbClr val="FBAE40"/>
          </p15:clr>
        </p15:guide>
        <p15:guide id="4" pos="38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7_Title Slide">
    <p:bg>
      <p:bgPr>
        <a:gradFill flip="none" rotWithShape="1">
          <a:gsLst>
            <a:gs pos="83000">
              <a:schemeClr val="accent1"/>
            </a:gs>
            <a:gs pos="0">
              <a:schemeClr val="accent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546B45-55A1-2091-E2F1-40D94FD54A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2E1C95-13F5-1648-887E-25A765135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3209" y="3195682"/>
            <a:ext cx="8969748" cy="770336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3200" b="0" i="0">
                <a:solidFill>
                  <a:schemeClr val="bg1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D96881-7279-D50E-E5C9-6F9B90E1E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3209" y="3973839"/>
            <a:ext cx="8969748" cy="573719"/>
          </a:xfrm>
        </p:spPr>
        <p:txBody>
          <a:bodyPr>
            <a:normAutofit/>
          </a:bodyPr>
          <a:lstStyle>
            <a:lvl1pPr marL="0" indent="0" algn="r">
              <a:buNone/>
              <a:defRPr sz="1400" b="0" i="0">
                <a:solidFill>
                  <a:schemeClr val="bg1"/>
                </a:solidFill>
                <a:latin typeface="Poppins ExtraLight" pitchFamily="2" charset="77"/>
                <a:cs typeface="Poppins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4AD2403A-F7EC-51BD-58E5-9DBA3B872A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77292" y="3129575"/>
            <a:ext cx="1670649" cy="2056717"/>
          </a:xfrm>
        </p:spPr>
        <p:txBody>
          <a:bodyPr wrap="none" anchor="ctr">
            <a:spAutoFit/>
          </a:bodyPr>
          <a:lstStyle>
            <a:lvl1pPr marL="0" indent="0" algn="r">
              <a:buNone/>
              <a:defRPr sz="13800" b="0" i="0">
                <a:solidFill>
                  <a:schemeClr val="bg1"/>
                </a:solidFill>
                <a:latin typeface="Poppins" pitchFamily="2" charset="77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702AFDC-870C-2F2C-C0E0-AEE9CA9319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209" y="1119136"/>
            <a:ext cx="3593726" cy="59506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AC007B8-D935-500D-6670-BE5B3DF65D25}"/>
              </a:ext>
            </a:extLst>
          </p:cNvPr>
          <p:cNvSpPr txBox="1"/>
          <p:nvPr/>
        </p:nvSpPr>
        <p:spPr>
          <a:xfrm>
            <a:off x="371257" y="1795986"/>
            <a:ext cx="3997630" cy="3539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5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The </a:t>
            </a:r>
            <a:r>
              <a:rPr lang="en-US" sz="165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Private Funds Clearing House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0A2C31-A396-21CD-D966-DAEA3B4CE5E2}"/>
              </a:ext>
            </a:extLst>
          </p:cNvPr>
          <p:cNvSpPr txBox="1"/>
          <p:nvPr/>
        </p:nvSpPr>
        <p:spPr>
          <a:xfrm>
            <a:off x="628814" y="5677015"/>
            <a:ext cx="3997629" cy="3539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Subscription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0" i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KYC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Tax 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 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MLRO</a:t>
            </a:r>
          </a:p>
        </p:txBody>
      </p:sp>
    </p:spTree>
    <p:extLst>
      <p:ext uri="{BB962C8B-B14F-4D97-AF65-F5344CB8AC3E}">
        <p14:creationId xmlns:p14="http://schemas.microsoft.com/office/powerpoint/2010/main" val="246966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504">
          <p15:clr>
            <a:srgbClr val="FBAE40"/>
          </p15:clr>
        </p15:guide>
        <p15:guide id="4" pos="38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25D7FCBF-7EAE-EFF9-9E1A-92B03E746A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79" t="21406" r="-1" b="-756"/>
          <a:stretch/>
        </p:blipFill>
        <p:spPr>
          <a:xfrm flipH="1" flipV="1">
            <a:off x="7151428" y="0"/>
            <a:ext cx="5040571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E36AF74-6AAF-0614-D661-B83E29F47A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3209" y="3195682"/>
            <a:ext cx="8969748" cy="770336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3200" b="0" i="0">
                <a:solidFill>
                  <a:schemeClr val="bg1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1B9932F-93FB-9DB8-3F06-A62A9230B0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3209" y="3973839"/>
            <a:ext cx="8969748" cy="573719"/>
          </a:xfrm>
        </p:spPr>
        <p:txBody>
          <a:bodyPr>
            <a:normAutofit/>
          </a:bodyPr>
          <a:lstStyle>
            <a:lvl1pPr marL="0" indent="0" algn="r">
              <a:buNone/>
              <a:defRPr sz="1400" b="0" i="0">
                <a:solidFill>
                  <a:schemeClr val="bg1"/>
                </a:solidFill>
                <a:latin typeface="Poppins ExtraLight" pitchFamily="2" charset="77"/>
                <a:cs typeface="Poppins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4D6F677B-E370-291C-F0A0-D8CE75E5E9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77292" y="3129575"/>
            <a:ext cx="1670649" cy="2056717"/>
          </a:xfrm>
        </p:spPr>
        <p:txBody>
          <a:bodyPr wrap="none" anchor="ctr">
            <a:spAutoFit/>
          </a:bodyPr>
          <a:lstStyle>
            <a:lvl1pPr marL="0" indent="0" algn="r">
              <a:buNone/>
              <a:defRPr sz="13800" b="0" i="0">
                <a:solidFill>
                  <a:schemeClr val="bg1"/>
                </a:solidFill>
                <a:latin typeface="Poppins" pitchFamily="2" charset="77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34D3E39-39AC-713F-3D9D-C0B0F9992D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209" y="1119136"/>
            <a:ext cx="3593726" cy="595065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F1756FA1-E90E-AB12-4EFB-6BED2A05DC73}"/>
              </a:ext>
            </a:extLst>
          </p:cNvPr>
          <p:cNvSpPr txBox="1"/>
          <p:nvPr/>
        </p:nvSpPr>
        <p:spPr>
          <a:xfrm>
            <a:off x="371257" y="1795986"/>
            <a:ext cx="3997630" cy="3539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5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The </a:t>
            </a:r>
            <a:r>
              <a:rPr lang="en-US" sz="165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Private Funds Clearing House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8A88490-BC76-9847-1908-3611AA1C1C78}"/>
              </a:ext>
            </a:extLst>
          </p:cNvPr>
          <p:cNvSpPr txBox="1"/>
          <p:nvPr/>
        </p:nvSpPr>
        <p:spPr>
          <a:xfrm>
            <a:off x="628814" y="5677015"/>
            <a:ext cx="3997629" cy="3539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Subscription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0" i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KYC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Tax 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 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MLRO</a:t>
            </a:r>
          </a:p>
        </p:txBody>
      </p:sp>
    </p:spTree>
    <p:extLst>
      <p:ext uri="{BB962C8B-B14F-4D97-AF65-F5344CB8AC3E}">
        <p14:creationId xmlns:p14="http://schemas.microsoft.com/office/powerpoint/2010/main" val="1785953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7_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C5AD7FA-D719-CA39-418A-D205FAD255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79" t="21406" r="-1" b="-756"/>
          <a:stretch/>
        </p:blipFill>
        <p:spPr>
          <a:xfrm flipH="1" flipV="1">
            <a:off x="7151428" y="0"/>
            <a:ext cx="5040571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AB11FC6-14E4-AC5B-90D1-65F0E0D972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3209" y="3195682"/>
            <a:ext cx="8969748" cy="770336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3200" b="0" i="0">
                <a:solidFill>
                  <a:schemeClr val="bg1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3CB7A94E-0BEA-0300-23CF-CAD060673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3209" y="3973839"/>
            <a:ext cx="8969748" cy="573719"/>
          </a:xfrm>
        </p:spPr>
        <p:txBody>
          <a:bodyPr>
            <a:normAutofit/>
          </a:bodyPr>
          <a:lstStyle>
            <a:lvl1pPr marL="0" indent="0" algn="r">
              <a:buNone/>
              <a:defRPr sz="1400" b="0" i="0">
                <a:solidFill>
                  <a:schemeClr val="bg1"/>
                </a:solidFill>
                <a:latin typeface="Poppins ExtraLight" pitchFamily="2" charset="77"/>
                <a:cs typeface="Poppins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8C84F663-B12D-33C0-9B57-2CD2E47500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77292" y="3129575"/>
            <a:ext cx="1670649" cy="2056717"/>
          </a:xfrm>
        </p:spPr>
        <p:txBody>
          <a:bodyPr wrap="none" anchor="ctr">
            <a:spAutoFit/>
          </a:bodyPr>
          <a:lstStyle>
            <a:lvl1pPr marL="0" indent="0" algn="r">
              <a:buNone/>
              <a:defRPr sz="13800" b="0" i="0">
                <a:solidFill>
                  <a:schemeClr val="bg1"/>
                </a:solidFill>
                <a:latin typeface="Poppins" pitchFamily="2" charset="77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142064ED-FF2E-889B-206B-78FBE8234A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209" y="1119136"/>
            <a:ext cx="3593726" cy="595065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622310E3-CDD0-1A85-B6DE-4FB457780A41}"/>
              </a:ext>
            </a:extLst>
          </p:cNvPr>
          <p:cNvSpPr txBox="1"/>
          <p:nvPr/>
        </p:nvSpPr>
        <p:spPr>
          <a:xfrm>
            <a:off x="371257" y="1795986"/>
            <a:ext cx="3997630" cy="3539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5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The </a:t>
            </a:r>
            <a:r>
              <a:rPr lang="en-US" sz="165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Private Funds Clearing House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F1E497B-2EB5-7149-CAC3-A842F18A8A84}"/>
              </a:ext>
            </a:extLst>
          </p:cNvPr>
          <p:cNvSpPr txBox="1"/>
          <p:nvPr/>
        </p:nvSpPr>
        <p:spPr>
          <a:xfrm>
            <a:off x="628814" y="5677015"/>
            <a:ext cx="3997629" cy="3539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Subscription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0" i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KYC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Tax 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 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MLRO</a:t>
            </a:r>
          </a:p>
        </p:txBody>
      </p:sp>
    </p:spTree>
    <p:extLst>
      <p:ext uri="{BB962C8B-B14F-4D97-AF65-F5344CB8AC3E}">
        <p14:creationId xmlns:p14="http://schemas.microsoft.com/office/powerpoint/2010/main" val="650068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49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1_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0864560-F34C-E2D5-4FB3-75CB641A84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0758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AB11FC6-14E4-AC5B-90D1-65F0E0D972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3209" y="3195682"/>
            <a:ext cx="8969748" cy="770336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3200" b="0" i="0">
                <a:solidFill>
                  <a:schemeClr val="bg1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3CB7A94E-0BEA-0300-23CF-CAD060673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3209" y="3973839"/>
            <a:ext cx="8969748" cy="573719"/>
          </a:xfrm>
        </p:spPr>
        <p:txBody>
          <a:bodyPr>
            <a:normAutofit/>
          </a:bodyPr>
          <a:lstStyle>
            <a:lvl1pPr marL="0" indent="0" algn="r">
              <a:buNone/>
              <a:defRPr sz="1400" b="0" i="0">
                <a:solidFill>
                  <a:schemeClr val="bg1"/>
                </a:solidFill>
                <a:latin typeface="Poppins ExtraLight" pitchFamily="2" charset="77"/>
                <a:cs typeface="Poppins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8C84F663-B12D-33C0-9B57-2CD2E47500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77292" y="3129575"/>
            <a:ext cx="1670649" cy="2056717"/>
          </a:xfrm>
        </p:spPr>
        <p:txBody>
          <a:bodyPr wrap="none" anchor="ctr">
            <a:spAutoFit/>
          </a:bodyPr>
          <a:lstStyle>
            <a:lvl1pPr marL="0" indent="0" algn="r">
              <a:buNone/>
              <a:defRPr sz="13800" b="0" i="0">
                <a:solidFill>
                  <a:schemeClr val="bg1"/>
                </a:solidFill>
                <a:latin typeface="Poppins" pitchFamily="2" charset="77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142064ED-FF2E-889B-206B-78FBE8234A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209" y="1119136"/>
            <a:ext cx="3593726" cy="595065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622310E3-CDD0-1A85-B6DE-4FB457780A41}"/>
              </a:ext>
            </a:extLst>
          </p:cNvPr>
          <p:cNvSpPr txBox="1"/>
          <p:nvPr/>
        </p:nvSpPr>
        <p:spPr>
          <a:xfrm>
            <a:off x="371257" y="1795986"/>
            <a:ext cx="3997630" cy="3539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5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The </a:t>
            </a:r>
            <a:r>
              <a:rPr lang="en-US" sz="165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Private Funds Clearing House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F1E497B-2EB5-7149-CAC3-A842F18A8A84}"/>
              </a:ext>
            </a:extLst>
          </p:cNvPr>
          <p:cNvSpPr txBox="1"/>
          <p:nvPr/>
        </p:nvSpPr>
        <p:spPr>
          <a:xfrm>
            <a:off x="628814" y="5677015"/>
            <a:ext cx="3997629" cy="3539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Subscription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0" i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KYC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Tax 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70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 </a:t>
            </a:r>
            <a:r>
              <a:rPr lang="en-US" sz="17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7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MLRO</a:t>
            </a:r>
          </a:p>
        </p:txBody>
      </p:sp>
    </p:spTree>
    <p:extLst>
      <p:ext uri="{BB962C8B-B14F-4D97-AF65-F5344CB8AC3E}">
        <p14:creationId xmlns:p14="http://schemas.microsoft.com/office/powerpoint/2010/main" val="36029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498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2_Section Header">
    <p:bg>
      <p:bgPr>
        <a:gradFill flip="none" rotWithShape="1">
          <a:gsLst>
            <a:gs pos="0">
              <a:schemeClr val="bg1"/>
            </a:gs>
            <a:gs pos="75000">
              <a:schemeClr val="bg1">
                <a:lumMod val="95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C1DC2E-C5FE-545D-50D3-7D634584B4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45BDBA2-1C86-6B6E-36C3-91F7466617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198" y="5670905"/>
            <a:ext cx="2397675" cy="401687"/>
          </a:xfrm>
          <a:prstGeom prst="rect">
            <a:avLst/>
          </a:prstGeom>
        </p:spPr>
      </p:pic>
      <p:sp>
        <p:nvSpPr>
          <p:cNvPr id="3" name="Title 11">
            <a:extLst>
              <a:ext uri="{FF2B5EF4-FFF2-40B4-BE49-F238E27FC236}">
                <a16:creationId xmlns:a16="http://schemas.microsoft.com/office/drawing/2014/main" id="{AC77BFE2-DE1C-A7E1-C732-9CAF518CD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5864" y="1165477"/>
            <a:ext cx="4651349" cy="2133600"/>
          </a:xfrm>
        </p:spPr>
        <p:txBody>
          <a:bodyPr anchor="b">
            <a:noAutofit/>
          </a:bodyPr>
          <a:lstStyle>
            <a:lvl1pPr>
              <a:defRPr sz="2800" b="0" i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70CCDCE-0B48-3694-6A2E-1E709D280C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85296" y="3371689"/>
            <a:ext cx="4651349" cy="1703388"/>
          </a:xfrm>
        </p:spPr>
        <p:txBody>
          <a:bodyPr>
            <a:noAutofit/>
          </a:bodyPr>
          <a:lstStyle>
            <a:lvl1pPr>
              <a:defRPr sz="4400" b="0" i="0">
                <a:solidFill>
                  <a:schemeClr val="accent2"/>
                </a:solidFill>
                <a:latin typeface="Poppins" pitchFamily="2" charset="77"/>
                <a:cs typeface="Poppins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642F94-7943-D4E2-C76F-69AFAC5E26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7535" y="489986"/>
            <a:ext cx="679725" cy="6797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3809D3-D6FC-E201-E7B0-29E5C118EEC3}"/>
              </a:ext>
            </a:extLst>
          </p:cNvPr>
          <p:cNvSpPr txBox="1"/>
          <p:nvPr/>
        </p:nvSpPr>
        <p:spPr>
          <a:xfrm>
            <a:off x="8485178" y="6195648"/>
            <a:ext cx="3706822" cy="3077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400" b="0" i="0">
                <a:solidFill>
                  <a:schemeClr val="accent2"/>
                </a:solidFill>
                <a:latin typeface="Poppins Light" pitchFamily="2" charset="77"/>
                <a:cs typeface="Poppins Light" pitchFamily="2" charset="77"/>
              </a:rPr>
              <a:t>Subscription</a:t>
            </a:r>
            <a:r>
              <a:rPr lang="en-US" sz="1400" b="0" i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400" b="0" i="0">
                <a:solidFill>
                  <a:schemeClr val="accent2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0" i="0">
                <a:solidFill>
                  <a:schemeClr val="accent2"/>
                </a:solidFill>
                <a:latin typeface="Poppins Light" pitchFamily="2" charset="77"/>
                <a:cs typeface="Poppins Light" pitchFamily="2" charset="77"/>
              </a:rPr>
              <a:t>KYC</a:t>
            </a:r>
            <a:r>
              <a:rPr lang="en-US" sz="1400" b="0" i="0">
                <a:solidFill>
                  <a:schemeClr val="accent2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400" b="0" i="0">
                <a:solidFill>
                  <a:schemeClr val="accent2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0" i="0">
                <a:solidFill>
                  <a:schemeClr val="accent2"/>
                </a:solidFill>
                <a:latin typeface="Poppins Light" pitchFamily="2" charset="77"/>
                <a:cs typeface="Poppins Light" pitchFamily="2" charset="77"/>
              </a:rPr>
              <a:t>Tax </a:t>
            </a:r>
            <a:r>
              <a:rPr lang="en-US" sz="1400" b="0" i="0">
                <a:solidFill>
                  <a:schemeClr val="accent2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400" b="1" i="0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 </a:t>
            </a:r>
            <a:r>
              <a:rPr lang="en-US" sz="1400" b="0" i="0">
                <a:solidFill>
                  <a:schemeClr val="accent2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b="0" i="0">
                <a:solidFill>
                  <a:schemeClr val="accent2"/>
                </a:solidFill>
                <a:latin typeface="Poppins Light" pitchFamily="2" charset="77"/>
                <a:cs typeface="Poppins Light" pitchFamily="2" charset="77"/>
              </a:rPr>
              <a:t>MLRO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EE46D95-0D80-C9BA-0198-C21D5BD313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160" y="489986"/>
            <a:ext cx="1541835" cy="6368014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3800" b="0" i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E0A6B6-82C1-B7F0-8188-994852FC6491}"/>
              </a:ext>
            </a:extLst>
          </p:cNvPr>
          <p:cNvCxnSpPr>
            <a:cxnSpLocks/>
          </p:cNvCxnSpPr>
          <p:nvPr/>
        </p:nvCxnSpPr>
        <p:spPr>
          <a:xfrm flipV="1">
            <a:off x="2293395" y="2664187"/>
            <a:ext cx="0" cy="419381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0990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3_Section Header">
    <p:bg>
      <p:bgPr>
        <a:gradFill flip="none" rotWithShape="1">
          <a:gsLst>
            <a:gs pos="0">
              <a:schemeClr val="bg1"/>
            </a:gs>
            <a:gs pos="75000">
              <a:schemeClr val="bg1">
                <a:lumMod val="95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C1DC2E-C5FE-545D-50D3-7D634584B4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45BDBA2-1C86-6B6E-36C3-91F7466617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198" y="5670905"/>
            <a:ext cx="2397675" cy="401687"/>
          </a:xfrm>
          <a:prstGeom prst="rect">
            <a:avLst/>
          </a:prstGeom>
        </p:spPr>
      </p:pic>
      <p:sp>
        <p:nvSpPr>
          <p:cNvPr id="3" name="Title 11">
            <a:extLst>
              <a:ext uri="{FF2B5EF4-FFF2-40B4-BE49-F238E27FC236}">
                <a16:creationId xmlns:a16="http://schemas.microsoft.com/office/drawing/2014/main" id="{AC77BFE2-DE1C-A7E1-C732-9CAF518CD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5864" y="1165477"/>
            <a:ext cx="4651349" cy="2133600"/>
          </a:xfrm>
        </p:spPr>
        <p:txBody>
          <a:bodyPr anchor="b">
            <a:noAutofit/>
          </a:bodyPr>
          <a:lstStyle>
            <a:lvl1pPr>
              <a:defRPr sz="2800" b="0" i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70CCDCE-0B48-3694-6A2E-1E709D280C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85296" y="3371689"/>
            <a:ext cx="4651349" cy="1703388"/>
          </a:xfrm>
        </p:spPr>
        <p:txBody>
          <a:bodyPr>
            <a:noAutofit/>
          </a:bodyPr>
          <a:lstStyle>
            <a:lvl1pPr>
              <a:defRPr sz="4400" b="0" i="0">
                <a:solidFill>
                  <a:schemeClr val="accent2"/>
                </a:solidFill>
                <a:latin typeface="Poppins" pitchFamily="2" charset="77"/>
                <a:cs typeface="Poppins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642F94-7943-D4E2-C76F-69AFAC5E26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7535" y="489986"/>
            <a:ext cx="679725" cy="6797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3809D3-D6FC-E201-E7B0-29E5C118EEC3}"/>
              </a:ext>
            </a:extLst>
          </p:cNvPr>
          <p:cNvSpPr txBox="1"/>
          <p:nvPr/>
        </p:nvSpPr>
        <p:spPr>
          <a:xfrm>
            <a:off x="8485178" y="6195648"/>
            <a:ext cx="3706822" cy="3077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400" b="0" i="0">
                <a:solidFill>
                  <a:schemeClr val="accent2"/>
                </a:solidFill>
                <a:latin typeface="Poppins Light" pitchFamily="2" charset="77"/>
                <a:cs typeface="Poppins Light" pitchFamily="2" charset="77"/>
              </a:rPr>
              <a:t>Subscription</a:t>
            </a:r>
            <a:r>
              <a:rPr lang="en-US" sz="1400" b="0" i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400" b="0" i="0">
                <a:solidFill>
                  <a:schemeClr val="accent2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0" i="0">
                <a:solidFill>
                  <a:schemeClr val="accent2"/>
                </a:solidFill>
                <a:latin typeface="Poppins Light" pitchFamily="2" charset="77"/>
                <a:cs typeface="Poppins Light" pitchFamily="2" charset="77"/>
              </a:rPr>
              <a:t>KYC</a:t>
            </a:r>
            <a:r>
              <a:rPr lang="en-US" sz="1400" b="0" i="0">
                <a:solidFill>
                  <a:schemeClr val="accent2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400" b="0" i="0">
                <a:solidFill>
                  <a:schemeClr val="accent2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0" i="0">
                <a:solidFill>
                  <a:schemeClr val="accent2"/>
                </a:solidFill>
                <a:latin typeface="Poppins Light" pitchFamily="2" charset="77"/>
                <a:cs typeface="Poppins Light" pitchFamily="2" charset="77"/>
              </a:rPr>
              <a:t>Tax </a:t>
            </a:r>
            <a:r>
              <a:rPr lang="en-US" sz="1400" b="0" i="0">
                <a:solidFill>
                  <a:schemeClr val="accent2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400" b="1" i="0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 </a:t>
            </a:r>
            <a:r>
              <a:rPr lang="en-US" sz="1400" b="0" i="0">
                <a:solidFill>
                  <a:schemeClr val="accent2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400" b="0" i="0">
                <a:solidFill>
                  <a:schemeClr val="accent2"/>
                </a:solidFill>
                <a:latin typeface="Poppins Light" pitchFamily="2" charset="77"/>
                <a:cs typeface="Poppins Light" pitchFamily="2" charset="77"/>
              </a:rPr>
              <a:t>MLRO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E0A6B6-82C1-B7F0-8188-994852FC6491}"/>
              </a:ext>
            </a:extLst>
          </p:cNvPr>
          <p:cNvCxnSpPr>
            <a:cxnSpLocks/>
          </p:cNvCxnSpPr>
          <p:nvPr/>
        </p:nvCxnSpPr>
        <p:spPr>
          <a:xfrm flipV="1">
            <a:off x="2293395" y="2664187"/>
            <a:ext cx="0" cy="419381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0BBDA71-D6FF-B182-69D2-614A636BD3D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7534" y="2664187"/>
            <a:ext cx="1696403" cy="169545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652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Section Header">
    <p:bg>
      <p:bgPr>
        <a:gradFill flip="none" rotWithShape="1">
          <a:gsLst>
            <a:gs pos="0">
              <a:schemeClr val="bg1"/>
            </a:gs>
            <a:gs pos="75000">
              <a:schemeClr val="bg1">
                <a:lumMod val="95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C1DC2E-C5FE-545D-50D3-7D634584B4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45BDBA2-1C86-6B6E-36C3-91F7466617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198" y="5673240"/>
            <a:ext cx="2397675" cy="397017"/>
          </a:xfrm>
          <a:prstGeom prst="rect">
            <a:avLst/>
          </a:prstGeom>
        </p:spPr>
      </p:pic>
      <p:sp>
        <p:nvSpPr>
          <p:cNvPr id="3" name="Title 11">
            <a:extLst>
              <a:ext uri="{FF2B5EF4-FFF2-40B4-BE49-F238E27FC236}">
                <a16:creationId xmlns:a16="http://schemas.microsoft.com/office/drawing/2014/main" id="{AC77BFE2-DE1C-A7E1-C732-9CAF518CD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5864" y="1165477"/>
            <a:ext cx="4651349" cy="2133600"/>
          </a:xfrm>
        </p:spPr>
        <p:txBody>
          <a:bodyPr anchor="b">
            <a:noAutofit/>
          </a:bodyPr>
          <a:lstStyle>
            <a:lvl1pPr>
              <a:defRPr sz="28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70CCDCE-0B48-3694-6A2E-1E709D280C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85296" y="3371689"/>
            <a:ext cx="4651349" cy="1703388"/>
          </a:xfrm>
        </p:spPr>
        <p:txBody>
          <a:bodyPr>
            <a:noAutofit/>
          </a:bodyPr>
          <a:lstStyle>
            <a:lvl1pPr>
              <a:defRPr sz="4400" b="0" i="0">
                <a:solidFill>
                  <a:schemeClr val="accent2"/>
                </a:solidFill>
                <a:latin typeface="Poppins" pitchFamily="2" charset="77"/>
                <a:cs typeface="Poppins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642F94-7943-D4E2-C76F-69AFAC5E26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7535" y="489986"/>
            <a:ext cx="679725" cy="6797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3809D3-D6FC-E201-E7B0-29E5C118EEC3}"/>
              </a:ext>
            </a:extLst>
          </p:cNvPr>
          <p:cNvSpPr txBox="1"/>
          <p:nvPr/>
        </p:nvSpPr>
        <p:spPr>
          <a:xfrm>
            <a:off x="8485178" y="6195648"/>
            <a:ext cx="3706822" cy="3077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4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Subscription </a:t>
            </a:r>
            <a:r>
              <a:rPr lang="en-US" sz="14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1" i="0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40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 </a:t>
            </a:r>
            <a:r>
              <a:rPr lang="en-US" sz="14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KYC   </a:t>
            </a:r>
            <a:r>
              <a:rPr lang="en-US" sz="1400" b="1" i="0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| </a:t>
            </a:r>
            <a:r>
              <a:rPr lang="en-US" sz="1400" b="0" i="0">
                <a:solidFill>
                  <a:schemeClr val="accent2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Tax</a:t>
            </a:r>
            <a:r>
              <a:rPr lang="en-US" sz="1400" b="0" i="0">
                <a:solidFill>
                  <a:schemeClr val="accent2"/>
                </a:solidFill>
                <a:latin typeface="Poppins Light" pitchFamily="2" charset="77"/>
                <a:cs typeface="Poppins Light" pitchFamily="2" charset="77"/>
              </a:rPr>
              <a:t>   </a:t>
            </a:r>
            <a:r>
              <a:rPr lang="en-US" sz="1400" b="1" i="0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40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 </a:t>
            </a:r>
            <a:r>
              <a:rPr lang="en-US" sz="14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MLRO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EE46D95-0D80-C9BA-0198-C21D5BD313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160" y="489986"/>
            <a:ext cx="1541835" cy="6368014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38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E0A6B6-82C1-B7F0-8188-994852FC6491}"/>
              </a:ext>
            </a:extLst>
          </p:cNvPr>
          <p:cNvCxnSpPr>
            <a:cxnSpLocks/>
          </p:cNvCxnSpPr>
          <p:nvPr/>
        </p:nvCxnSpPr>
        <p:spPr>
          <a:xfrm flipV="1">
            <a:off x="2293395" y="2664187"/>
            <a:ext cx="0" cy="419381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4076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8_Section Header">
    <p:bg>
      <p:bgPr>
        <a:gradFill flip="none" rotWithShape="1">
          <a:gsLst>
            <a:gs pos="0">
              <a:schemeClr val="bg1"/>
            </a:gs>
            <a:gs pos="75000">
              <a:schemeClr val="bg1">
                <a:lumMod val="95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C1DC2E-C5FE-545D-50D3-7D634584B4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45BDBA2-1C86-6B6E-36C3-91F7466617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198" y="5673240"/>
            <a:ext cx="2397675" cy="397017"/>
          </a:xfrm>
          <a:prstGeom prst="rect">
            <a:avLst/>
          </a:prstGeom>
        </p:spPr>
      </p:pic>
      <p:sp>
        <p:nvSpPr>
          <p:cNvPr id="3" name="Title 11">
            <a:extLst>
              <a:ext uri="{FF2B5EF4-FFF2-40B4-BE49-F238E27FC236}">
                <a16:creationId xmlns:a16="http://schemas.microsoft.com/office/drawing/2014/main" id="{AC77BFE2-DE1C-A7E1-C732-9CAF518CD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5864" y="1165477"/>
            <a:ext cx="4651349" cy="2133600"/>
          </a:xfrm>
        </p:spPr>
        <p:txBody>
          <a:bodyPr anchor="b">
            <a:noAutofit/>
          </a:bodyPr>
          <a:lstStyle>
            <a:lvl1pPr>
              <a:defRPr sz="28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70CCDCE-0B48-3694-6A2E-1E709D280C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85296" y="3371689"/>
            <a:ext cx="4651349" cy="1703388"/>
          </a:xfrm>
        </p:spPr>
        <p:txBody>
          <a:bodyPr>
            <a:noAutofit/>
          </a:bodyPr>
          <a:lstStyle>
            <a:lvl1pPr>
              <a:defRPr sz="4400" b="0" i="0">
                <a:solidFill>
                  <a:schemeClr val="accent2"/>
                </a:solidFill>
                <a:latin typeface="Poppins" pitchFamily="2" charset="77"/>
                <a:cs typeface="Poppins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642F94-7943-D4E2-C76F-69AFAC5E26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7535" y="489986"/>
            <a:ext cx="679725" cy="6797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3809D3-D6FC-E201-E7B0-29E5C118EEC3}"/>
              </a:ext>
            </a:extLst>
          </p:cNvPr>
          <p:cNvSpPr txBox="1"/>
          <p:nvPr/>
        </p:nvSpPr>
        <p:spPr>
          <a:xfrm>
            <a:off x="8485178" y="6195648"/>
            <a:ext cx="3706822" cy="3077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4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Subscription </a:t>
            </a:r>
            <a:r>
              <a:rPr lang="en-US" sz="14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40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 </a:t>
            </a:r>
            <a:r>
              <a:rPr lang="en-US" sz="14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KYC   </a:t>
            </a:r>
            <a:r>
              <a:rPr lang="en-US" sz="14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400" b="1" i="0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 </a:t>
            </a:r>
            <a:r>
              <a:rPr lang="en-US" sz="1400" b="0" i="0">
                <a:solidFill>
                  <a:schemeClr val="accent2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Tax</a:t>
            </a:r>
            <a:r>
              <a:rPr lang="en-US" sz="1400" b="0" i="0">
                <a:solidFill>
                  <a:schemeClr val="accent2"/>
                </a:solidFill>
                <a:latin typeface="Poppins Light" pitchFamily="2" charset="77"/>
                <a:cs typeface="Poppins Light" pitchFamily="2" charset="77"/>
              </a:rPr>
              <a:t>   </a:t>
            </a:r>
            <a:r>
              <a:rPr lang="en-US" sz="14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40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 </a:t>
            </a:r>
            <a:r>
              <a:rPr lang="en-US" sz="14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MLRO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E0A6B6-82C1-B7F0-8188-994852FC6491}"/>
              </a:ext>
            </a:extLst>
          </p:cNvPr>
          <p:cNvCxnSpPr>
            <a:cxnSpLocks/>
          </p:cNvCxnSpPr>
          <p:nvPr/>
        </p:nvCxnSpPr>
        <p:spPr>
          <a:xfrm flipV="1">
            <a:off x="2293395" y="2664187"/>
            <a:ext cx="0" cy="419381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D5DFF97F-90BA-2E34-20A7-59F5047BFB6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7534" y="2664187"/>
            <a:ext cx="1696403" cy="169545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79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2_Section Header">
    <p:bg>
      <p:bgPr>
        <a:gradFill flip="none" rotWithShape="1">
          <a:gsLst>
            <a:gs pos="0">
              <a:schemeClr val="bg1"/>
            </a:gs>
            <a:gs pos="75000">
              <a:schemeClr val="bg1">
                <a:lumMod val="95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2FA687-11F4-D3D4-8EA2-CC2C4F3B53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0758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87B84A-7AE5-3ABB-E2C4-35A64521E5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7535" y="489986"/>
            <a:ext cx="679725" cy="6797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45BDBA2-1C86-6B6E-36C3-91F7466617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198" y="5673240"/>
            <a:ext cx="2397675" cy="397017"/>
          </a:xfrm>
          <a:prstGeom prst="rect">
            <a:avLst/>
          </a:prstGeom>
        </p:spPr>
      </p:pic>
      <p:sp>
        <p:nvSpPr>
          <p:cNvPr id="3" name="Title 11">
            <a:extLst>
              <a:ext uri="{FF2B5EF4-FFF2-40B4-BE49-F238E27FC236}">
                <a16:creationId xmlns:a16="http://schemas.microsoft.com/office/drawing/2014/main" id="{AC77BFE2-DE1C-A7E1-C732-9CAF518CD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5864" y="1165477"/>
            <a:ext cx="4651349" cy="2133600"/>
          </a:xfrm>
        </p:spPr>
        <p:txBody>
          <a:bodyPr anchor="b">
            <a:noAutofit/>
          </a:bodyPr>
          <a:lstStyle>
            <a:lvl1pPr>
              <a:defRPr sz="28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70CCDCE-0B48-3694-6A2E-1E709D280C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85296" y="3371689"/>
            <a:ext cx="4651349" cy="1703388"/>
          </a:xfrm>
        </p:spPr>
        <p:txBody>
          <a:bodyPr>
            <a:noAutofit/>
          </a:bodyPr>
          <a:lstStyle>
            <a:lvl1pPr>
              <a:defRPr sz="4400" b="0" i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3809D3-D6FC-E201-E7B0-29E5C118EEC3}"/>
              </a:ext>
            </a:extLst>
          </p:cNvPr>
          <p:cNvSpPr txBox="1"/>
          <p:nvPr/>
        </p:nvSpPr>
        <p:spPr>
          <a:xfrm>
            <a:off x="8485178" y="6195648"/>
            <a:ext cx="3706822" cy="3077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4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Subscription </a:t>
            </a:r>
            <a:r>
              <a:rPr lang="en-US" sz="14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1" i="0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40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 </a:t>
            </a:r>
            <a:r>
              <a:rPr lang="en-US" sz="14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KYC   </a:t>
            </a:r>
            <a:r>
              <a:rPr lang="en-US" sz="1400" b="1" i="0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| </a:t>
            </a:r>
            <a:r>
              <a:rPr lang="en-US" sz="1400" b="0" i="0">
                <a:solidFill>
                  <a:schemeClr val="accent2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Tax</a:t>
            </a:r>
            <a:r>
              <a:rPr lang="en-US" sz="1400" b="0" i="0">
                <a:solidFill>
                  <a:schemeClr val="accent2"/>
                </a:solidFill>
                <a:latin typeface="Poppins Light" pitchFamily="2" charset="77"/>
                <a:cs typeface="Poppins Light" pitchFamily="2" charset="77"/>
              </a:rPr>
              <a:t>   </a:t>
            </a:r>
            <a:r>
              <a:rPr lang="en-US" sz="1400" b="1" i="0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40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 </a:t>
            </a:r>
            <a:r>
              <a:rPr lang="en-US" sz="14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MLRO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EE46D95-0D80-C9BA-0198-C21D5BD313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160" y="489986"/>
            <a:ext cx="1541835" cy="6368014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38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E0A6B6-82C1-B7F0-8188-994852FC6491}"/>
              </a:ext>
            </a:extLst>
          </p:cNvPr>
          <p:cNvCxnSpPr>
            <a:cxnSpLocks/>
          </p:cNvCxnSpPr>
          <p:nvPr/>
        </p:nvCxnSpPr>
        <p:spPr>
          <a:xfrm flipV="1">
            <a:off x="2293395" y="2664187"/>
            <a:ext cx="0" cy="419381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8546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3_Section Header">
    <p:bg>
      <p:bgPr>
        <a:gradFill flip="none" rotWithShape="1">
          <a:gsLst>
            <a:gs pos="0">
              <a:schemeClr val="bg1"/>
            </a:gs>
            <a:gs pos="75000">
              <a:schemeClr val="bg1">
                <a:lumMod val="95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FD0EB5D-BEDC-5AD0-316C-B088627066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0758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45BDBA2-1C86-6B6E-36C3-91F7466617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198" y="5673240"/>
            <a:ext cx="2397675" cy="397017"/>
          </a:xfrm>
          <a:prstGeom prst="rect">
            <a:avLst/>
          </a:prstGeom>
        </p:spPr>
      </p:pic>
      <p:sp>
        <p:nvSpPr>
          <p:cNvPr id="3" name="Title 11">
            <a:extLst>
              <a:ext uri="{FF2B5EF4-FFF2-40B4-BE49-F238E27FC236}">
                <a16:creationId xmlns:a16="http://schemas.microsoft.com/office/drawing/2014/main" id="{AC77BFE2-DE1C-A7E1-C732-9CAF518CD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5864" y="1165477"/>
            <a:ext cx="4651349" cy="2133600"/>
          </a:xfrm>
        </p:spPr>
        <p:txBody>
          <a:bodyPr anchor="b">
            <a:noAutofit/>
          </a:bodyPr>
          <a:lstStyle>
            <a:lvl1pPr>
              <a:defRPr sz="28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70CCDCE-0B48-3694-6A2E-1E709D280C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85296" y="3371689"/>
            <a:ext cx="4651349" cy="1703388"/>
          </a:xfrm>
        </p:spPr>
        <p:txBody>
          <a:bodyPr>
            <a:noAutofit/>
          </a:bodyPr>
          <a:lstStyle>
            <a:lvl1pPr>
              <a:defRPr sz="4400" b="0" i="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642F94-7943-D4E2-C76F-69AFAC5E26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7535" y="489986"/>
            <a:ext cx="679725" cy="6797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3809D3-D6FC-E201-E7B0-29E5C118EEC3}"/>
              </a:ext>
            </a:extLst>
          </p:cNvPr>
          <p:cNvSpPr txBox="1"/>
          <p:nvPr/>
        </p:nvSpPr>
        <p:spPr>
          <a:xfrm>
            <a:off x="8485178" y="6195648"/>
            <a:ext cx="3706822" cy="3077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4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Subscription </a:t>
            </a:r>
            <a:r>
              <a:rPr lang="en-US" sz="14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40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 </a:t>
            </a:r>
            <a:r>
              <a:rPr lang="en-US" sz="14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KYC   </a:t>
            </a:r>
            <a:r>
              <a:rPr lang="en-US" sz="14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400" b="1" i="0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 </a:t>
            </a:r>
            <a:r>
              <a:rPr lang="en-US" sz="1400" b="0" i="0">
                <a:solidFill>
                  <a:schemeClr val="accent2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Tax</a:t>
            </a:r>
            <a:r>
              <a:rPr lang="en-US" sz="1400" b="0" i="0">
                <a:solidFill>
                  <a:schemeClr val="accent2"/>
                </a:solidFill>
                <a:latin typeface="Poppins Light" pitchFamily="2" charset="77"/>
                <a:cs typeface="Poppins Light" pitchFamily="2" charset="77"/>
              </a:rPr>
              <a:t>   </a:t>
            </a:r>
            <a:r>
              <a:rPr lang="en-US" sz="14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40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 </a:t>
            </a:r>
            <a:r>
              <a:rPr lang="en-US" sz="14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4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MLRO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E0A6B6-82C1-B7F0-8188-994852FC6491}"/>
              </a:ext>
            </a:extLst>
          </p:cNvPr>
          <p:cNvCxnSpPr>
            <a:cxnSpLocks/>
          </p:cNvCxnSpPr>
          <p:nvPr/>
        </p:nvCxnSpPr>
        <p:spPr>
          <a:xfrm flipV="1">
            <a:off x="2293395" y="2664187"/>
            <a:ext cx="0" cy="419381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D5DFF97F-90BA-2E34-20A7-59F5047BFB6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7534" y="2664187"/>
            <a:ext cx="1696403" cy="169545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461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circle with black background&#10;&#10;Description automatically generated">
            <a:extLst>
              <a:ext uri="{FF2B5EF4-FFF2-40B4-BE49-F238E27FC236}">
                <a16:creationId xmlns:a16="http://schemas.microsoft.com/office/drawing/2014/main" id="{15924B9B-C23E-3276-0542-0CE580979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" t="6435" r="31915" b="13846"/>
          <a:stretch/>
        </p:blipFill>
        <p:spPr>
          <a:xfrm rot="10800000" flipV="1">
            <a:off x="0" y="0"/>
            <a:ext cx="5856644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8D8330-37BF-3C31-9269-1827ED4613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6238" y="2787979"/>
            <a:ext cx="2430639" cy="12820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6EFB93-658E-5BCE-CC66-523FEC9DD93E}"/>
              </a:ext>
            </a:extLst>
          </p:cNvPr>
          <p:cNvSpPr txBox="1"/>
          <p:nvPr/>
        </p:nvSpPr>
        <p:spPr>
          <a:xfrm>
            <a:off x="601074" y="4206110"/>
            <a:ext cx="38331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The</a:t>
            </a:r>
            <a:r>
              <a:rPr lang="en-US" sz="1600" b="0" i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 </a:t>
            </a:r>
            <a:r>
              <a:rPr lang="en-US" sz="16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Private Funds Clearinghouse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0DA5C52-9DC1-4B09-BEB5-D305F44C3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6" y="228129"/>
            <a:ext cx="5521063" cy="2601606"/>
          </a:xfrm>
        </p:spPr>
        <p:txBody>
          <a:bodyPr>
            <a:normAutofit/>
          </a:bodyPr>
          <a:lstStyle>
            <a:lvl1pPr algn="l">
              <a:defRPr sz="2800" b="0" i="0">
                <a:solidFill>
                  <a:schemeClr val="accent1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6C594D6B-6923-00E5-D372-E44071384A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26467" y="2863330"/>
            <a:ext cx="5521063" cy="1406879"/>
          </a:xfrm>
        </p:spPr>
        <p:txBody>
          <a:bodyPr>
            <a:noAutofit/>
          </a:bodyPr>
          <a:lstStyle>
            <a:lvl1pPr algn="l">
              <a:defRPr sz="4400" b="0" i="0">
                <a:solidFill>
                  <a:schemeClr val="bg1"/>
                </a:solidFill>
                <a:latin typeface="Poppins ExtraLight" pitchFamily="2" charset="77"/>
                <a:cs typeface="Poppins Extra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6BDD0E-0E84-B02E-4BB2-8D39C3556D6F}"/>
              </a:ext>
            </a:extLst>
          </p:cNvPr>
          <p:cNvSpPr txBox="1"/>
          <p:nvPr/>
        </p:nvSpPr>
        <p:spPr>
          <a:xfrm>
            <a:off x="6126467" y="5870531"/>
            <a:ext cx="3007604" cy="30008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35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Subscription</a:t>
            </a:r>
            <a:r>
              <a:rPr lang="en-US" sz="135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35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350" b="0" i="0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35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35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KYC</a:t>
            </a:r>
            <a:r>
              <a:rPr lang="en-US" sz="135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35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</a:t>
            </a:r>
            <a:r>
              <a:rPr lang="en-US" sz="1350" b="0" i="0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35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35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Tax </a:t>
            </a:r>
            <a:r>
              <a:rPr lang="en-US" sz="135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350" b="1" i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| </a:t>
            </a:r>
            <a:r>
              <a:rPr lang="en-US" sz="1350" b="0" i="0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35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MLRO</a:t>
            </a:r>
          </a:p>
        </p:txBody>
      </p:sp>
    </p:spTree>
    <p:extLst>
      <p:ext uri="{BB962C8B-B14F-4D97-AF65-F5344CB8AC3E}">
        <p14:creationId xmlns:p14="http://schemas.microsoft.com/office/powerpoint/2010/main" val="2541620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415">
          <p15:clr>
            <a:srgbClr val="FBAE40"/>
          </p15:clr>
        </p15:guide>
        <p15:guide id="4" pos="2683">
          <p15:clr>
            <a:srgbClr val="FBAE40"/>
          </p15:clr>
        </p15:guide>
        <p15:guide id="5" pos="7265">
          <p15:clr>
            <a:srgbClr val="FBAE40"/>
          </p15:clr>
        </p15:guide>
        <p15:guide id="6" orient="horz" pos="414">
          <p15:clr>
            <a:srgbClr val="FBAE40"/>
          </p15:clr>
        </p15:guide>
        <p15:guide id="7" orient="horz" pos="390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Section Head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ircular object with a black background&#10;&#10;Description automatically generated">
            <a:extLst>
              <a:ext uri="{FF2B5EF4-FFF2-40B4-BE49-F238E27FC236}">
                <a16:creationId xmlns:a16="http://schemas.microsoft.com/office/drawing/2014/main" id="{63558F40-80F6-0FE4-6779-CA596835B5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43" t="41026" r="-1474" b="2472"/>
          <a:stretch/>
        </p:blipFill>
        <p:spPr>
          <a:xfrm rot="10800000">
            <a:off x="5269832" y="-1"/>
            <a:ext cx="6922168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77CCD3-AB5F-BC5D-FB44-EA11C07FB887}"/>
              </a:ext>
            </a:extLst>
          </p:cNvPr>
          <p:cNvSpPr txBox="1"/>
          <p:nvPr/>
        </p:nvSpPr>
        <p:spPr>
          <a:xfrm>
            <a:off x="7493117" y="5755024"/>
            <a:ext cx="43393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The</a:t>
            </a:r>
            <a:r>
              <a:rPr lang="en-US" sz="1600" b="0" i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 </a:t>
            </a:r>
            <a:r>
              <a:rPr lang="en-US" sz="16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Private Funds Clearinghouse</a:t>
            </a:r>
          </a:p>
        </p:txBody>
      </p:sp>
      <p:sp>
        <p:nvSpPr>
          <p:cNvPr id="11" name="Title 11">
            <a:extLst>
              <a:ext uri="{FF2B5EF4-FFF2-40B4-BE49-F238E27FC236}">
                <a16:creationId xmlns:a16="http://schemas.microsoft.com/office/drawing/2014/main" id="{607CAD64-4B59-330D-BBA9-1DB19DF93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318" y="555813"/>
            <a:ext cx="4651349" cy="2133600"/>
          </a:xfrm>
        </p:spPr>
        <p:txBody>
          <a:bodyPr anchor="b">
            <a:noAutofit/>
          </a:bodyPr>
          <a:lstStyle>
            <a:lvl1pPr>
              <a:defRPr sz="2800" b="0" i="0">
                <a:solidFill>
                  <a:schemeClr val="bg1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444EBFE-BC7A-778C-E021-F155C56CFF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9750" y="2762025"/>
            <a:ext cx="4651349" cy="1703388"/>
          </a:xfrm>
        </p:spPr>
        <p:txBody>
          <a:bodyPr>
            <a:noAutofit/>
          </a:bodyPr>
          <a:lstStyle>
            <a:lvl1pPr>
              <a:defRPr sz="4400" b="0" i="0">
                <a:solidFill>
                  <a:schemeClr val="accent2"/>
                </a:solidFill>
                <a:latin typeface="Poppins ExtraLight" pitchFamily="2" charset="77"/>
                <a:cs typeface="Poppins Extra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BAAE03-0CCF-5AF1-6A0C-0569567052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9174" y="5110360"/>
            <a:ext cx="1851262" cy="9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44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415">
          <p15:clr>
            <a:srgbClr val="FBAE40"/>
          </p15:clr>
        </p15:guide>
        <p15:guide id="4" pos="2683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0_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3558F40-80F6-0FE4-6779-CA596835B5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17" t="47363" r="1" b="245"/>
          <a:stretch/>
        </p:blipFill>
        <p:spPr>
          <a:xfrm rot="10800000">
            <a:off x="5269832" y="-1"/>
            <a:ext cx="6922168" cy="6858000"/>
          </a:xfrm>
          <a:prstGeom prst="rect">
            <a:avLst/>
          </a:prstGeom>
        </p:spPr>
      </p:pic>
      <p:sp>
        <p:nvSpPr>
          <p:cNvPr id="2" name="Title 11">
            <a:extLst>
              <a:ext uri="{FF2B5EF4-FFF2-40B4-BE49-F238E27FC236}">
                <a16:creationId xmlns:a16="http://schemas.microsoft.com/office/drawing/2014/main" id="{F2EE5A04-7F0E-09B2-5AE0-7CABFEACF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318" y="555813"/>
            <a:ext cx="4651349" cy="2133600"/>
          </a:xfrm>
        </p:spPr>
        <p:txBody>
          <a:bodyPr anchor="b">
            <a:noAutofit/>
          </a:bodyPr>
          <a:lstStyle>
            <a:lvl1pPr>
              <a:defRPr sz="2800" b="0" i="0">
                <a:solidFill>
                  <a:schemeClr val="bg1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8E3011-5E5A-5E20-16B9-425AFA47BE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9750" y="2762025"/>
            <a:ext cx="4651349" cy="1703388"/>
          </a:xfrm>
        </p:spPr>
        <p:txBody>
          <a:bodyPr>
            <a:noAutofit/>
          </a:bodyPr>
          <a:lstStyle>
            <a:lvl1pPr>
              <a:defRPr sz="4400" b="0" i="0">
                <a:solidFill>
                  <a:schemeClr val="accent1"/>
                </a:solidFill>
                <a:latin typeface="Poppins ExtraLight" pitchFamily="2" charset="77"/>
                <a:cs typeface="Poppins Extra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1B775B-408A-A972-D9EB-2D96ED933511}"/>
              </a:ext>
            </a:extLst>
          </p:cNvPr>
          <p:cNvSpPr txBox="1"/>
          <p:nvPr/>
        </p:nvSpPr>
        <p:spPr>
          <a:xfrm>
            <a:off x="7493117" y="5755024"/>
            <a:ext cx="43393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The</a:t>
            </a:r>
            <a:r>
              <a:rPr lang="en-US" sz="1600" b="0" i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 </a:t>
            </a:r>
            <a:r>
              <a:rPr lang="en-US" sz="16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Private Funds Clearinghouse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E74166-7D99-226C-4FD7-DC0D8F5115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9174" y="5110360"/>
            <a:ext cx="1851262" cy="9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57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415">
          <p15:clr>
            <a:srgbClr val="FBAE40"/>
          </p15:clr>
        </p15:guide>
        <p15:guide id="4" pos="2683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012DB4-4E2D-3B90-473C-67FEE7635F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5F56D508-7D6B-5960-5DBB-EDCD75B24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996" y="537367"/>
            <a:ext cx="3975100" cy="21221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0F94E5-EF21-B089-62CE-836A35D224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8762" y="6088501"/>
            <a:ext cx="464261" cy="464261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C8F9433-735B-7EFF-C94D-E86618076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0100" y="537368"/>
            <a:ext cx="7091904" cy="5368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53F899-B166-264A-BB76-FCAB4C293147}"/>
              </a:ext>
            </a:extLst>
          </p:cNvPr>
          <p:cNvCxnSpPr>
            <a:cxnSpLocks/>
          </p:cNvCxnSpPr>
          <p:nvPr/>
        </p:nvCxnSpPr>
        <p:spPr>
          <a:xfrm>
            <a:off x="838200" y="6320631"/>
            <a:ext cx="1086380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44956AD-D8FE-D87B-D0B7-D99F74A76B12}"/>
              </a:ext>
            </a:extLst>
          </p:cNvPr>
          <p:cNvSpPr txBox="1"/>
          <p:nvPr/>
        </p:nvSpPr>
        <p:spPr>
          <a:xfrm>
            <a:off x="7448108" y="6414549"/>
            <a:ext cx="4347941" cy="206636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r"/>
            <a:r>
              <a:rPr lang="en-US" sz="1050" b="1" i="0" err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sonataone.com</a:t>
            </a:r>
            <a:endParaRPr lang="en-US" sz="1050" b="1" i="0">
              <a:solidFill>
                <a:schemeClr val="tx2"/>
              </a:solidFill>
              <a:latin typeface="Poppins SemiBold" pitchFamily="2" charset="77"/>
              <a:cs typeface="Poppins SemiBold" pitchFamily="2" charset="77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928462D-5B26-4764-BDEE-F3745E0981C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9995" y="2659502"/>
            <a:ext cx="3975101" cy="3245994"/>
          </a:xfrm>
        </p:spPr>
        <p:txBody>
          <a:bodyPr>
            <a:noAutofit/>
          </a:bodyPr>
          <a:lstStyle>
            <a:lvl1pPr>
              <a:defRPr sz="4400" b="0" i="0">
                <a:solidFill>
                  <a:schemeClr val="accent2"/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6935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012DB4-4E2D-3B90-473C-67FEE7635F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0F94E5-EF21-B089-62CE-836A35D224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8762" y="6088501"/>
            <a:ext cx="464261" cy="464261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C8F9433-735B-7EFF-C94D-E86618076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0100" y="537368"/>
            <a:ext cx="7091904" cy="5368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53F899-B166-264A-BB76-FCAB4C293147}"/>
              </a:ext>
            </a:extLst>
          </p:cNvPr>
          <p:cNvCxnSpPr>
            <a:cxnSpLocks/>
          </p:cNvCxnSpPr>
          <p:nvPr/>
        </p:nvCxnSpPr>
        <p:spPr>
          <a:xfrm>
            <a:off x="838200" y="6320631"/>
            <a:ext cx="1086380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44956AD-D8FE-D87B-D0B7-D99F74A76B12}"/>
              </a:ext>
            </a:extLst>
          </p:cNvPr>
          <p:cNvSpPr txBox="1"/>
          <p:nvPr/>
        </p:nvSpPr>
        <p:spPr>
          <a:xfrm>
            <a:off x="7448108" y="6414549"/>
            <a:ext cx="4347941" cy="206636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r"/>
            <a:r>
              <a:rPr lang="en-US" sz="1050" b="1" i="0" err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sonataone.com</a:t>
            </a:r>
            <a:endParaRPr lang="en-US" sz="1050" b="1" i="0">
              <a:solidFill>
                <a:schemeClr val="tx2"/>
              </a:solidFill>
              <a:latin typeface="Poppins SemiBold" pitchFamily="2" charset="77"/>
              <a:cs typeface="Poppins SemiBold" pitchFamily="2" charset="77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F26FF6-F411-00F7-409E-C1F471E7A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782" y="537368"/>
            <a:ext cx="3679313" cy="123423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13">
            <a:extLst>
              <a:ext uri="{FF2B5EF4-FFF2-40B4-BE49-F238E27FC236}">
                <a16:creationId xmlns:a16="http://schemas.microsoft.com/office/drawing/2014/main" id="{F10988BD-20BA-21A7-33D2-865DA6C99E5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85782" y="1771607"/>
            <a:ext cx="3679314" cy="4133889"/>
          </a:xfrm>
        </p:spPr>
        <p:txBody>
          <a:bodyPr>
            <a:noAutofit/>
          </a:bodyPr>
          <a:lstStyle>
            <a:lvl1pPr>
              <a:defRPr sz="4400" b="0" i="0">
                <a:solidFill>
                  <a:schemeClr val="accent2"/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A442E96-D0D1-5B63-A830-5FC1E31EA38C}"/>
              </a:ext>
            </a:extLst>
          </p:cNvPr>
          <p:cNvCxnSpPr>
            <a:cxnSpLocks/>
          </p:cNvCxnSpPr>
          <p:nvPr/>
        </p:nvCxnSpPr>
        <p:spPr>
          <a:xfrm flipV="1">
            <a:off x="471055" y="1357293"/>
            <a:ext cx="0" cy="372910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9522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Title and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5F56D508-7D6B-5960-5DBB-EDCD75B24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996" y="537367"/>
            <a:ext cx="3975100" cy="21221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sz="2800">
                <a:solidFill>
                  <a:schemeClr val="accent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0F94E5-EF21-B089-62CE-836A35D224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8762" y="6088501"/>
            <a:ext cx="464261" cy="464261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C8F9433-735B-7EFF-C94D-E86618076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0100" y="537368"/>
            <a:ext cx="7091904" cy="5368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53F899-B166-264A-BB76-FCAB4C293147}"/>
              </a:ext>
            </a:extLst>
          </p:cNvPr>
          <p:cNvCxnSpPr>
            <a:cxnSpLocks/>
          </p:cNvCxnSpPr>
          <p:nvPr/>
        </p:nvCxnSpPr>
        <p:spPr>
          <a:xfrm>
            <a:off x="838200" y="6320631"/>
            <a:ext cx="1086380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44956AD-D8FE-D87B-D0B7-D99F74A76B12}"/>
              </a:ext>
            </a:extLst>
          </p:cNvPr>
          <p:cNvSpPr txBox="1"/>
          <p:nvPr/>
        </p:nvSpPr>
        <p:spPr>
          <a:xfrm>
            <a:off x="7448108" y="6414549"/>
            <a:ext cx="4347941" cy="206636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r"/>
            <a:r>
              <a:rPr lang="en-US" sz="1050" b="1" i="0" err="1">
                <a:solidFill>
                  <a:schemeClr val="accent3"/>
                </a:solidFill>
                <a:latin typeface="Poppins SemiBold" pitchFamily="2" charset="77"/>
                <a:cs typeface="Poppins SemiBold" pitchFamily="2" charset="77"/>
              </a:rPr>
              <a:t>sonataone.com</a:t>
            </a:r>
            <a:endParaRPr lang="en-US" sz="1050" b="1" i="0">
              <a:solidFill>
                <a:schemeClr val="accent3"/>
              </a:solidFill>
              <a:latin typeface="Poppins SemiBold" pitchFamily="2" charset="77"/>
              <a:cs typeface="Poppins SemiBold" pitchFamily="2" charset="77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928462D-5B26-4764-BDEE-F3745E0981C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9995" y="2659502"/>
            <a:ext cx="3975101" cy="3245994"/>
          </a:xfrm>
        </p:spPr>
        <p:txBody>
          <a:bodyPr>
            <a:noAutofit/>
          </a:bodyPr>
          <a:lstStyle>
            <a:lvl1pPr>
              <a:defRPr sz="4400" b="0" i="0">
                <a:solidFill>
                  <a:schemeClr val="accent2"/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8535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3_Title and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5F56D508-7D6B-5960-5DBB-EDCD75B24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782" y="537368"/>
            <a:ext cx="3679313" cy="123423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sz="2800">
                <a:solidFill>
                  <a:schemeClr val="accent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0F94E5-EF21-B089-62CE-836A35D224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8762" y="6088501"/>
            <a:ext cx="464261" cy="464261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C8F9433-735B-7EFF-C94D-E86618076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0100" y="537368"/>
            <a:ext cx="7091904" cy="5368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53F899-B166-264A-BB76-FCAB4C293147}"/>
              </a:ext>
            </a:extLst>
          </p:cNvPr>
          <p:cNvCxnSpPr>
            <a:cxnSpLocks/>
          </p:cNvCxnSpPr>
          <p:nvPr/>
        </p:nvCxnSpPr>
        <p:spPr>
          <a:xfrm>
            <a:off x="838200" y="6320631"/>
            <a:ext cx="1086380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44956AD-D8FE-D87B-D0B7-D99F74A76B12}"/>
              </a:ext>
            </a:extLst>
          </p:cNvPr>
          <p:cNvSpPr txBox="1"/>
          <p:nvPr/>
        </p:nvSpPr>
        <p:spPr>
          <a:xfrm>
            <a:off x="7448108" y="6414549"/>
            <a:ext cx="4347941" cy="206636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r"/>
            <a:r>
              <a:rPr lang="en-US" sz="1050" b="1" i="0" err="1">
                <a:solidFill>
                  <a:schemeClr val="accent3"/>
                </a:solidFill>
                <a:latin typeface="Poppins SemiBold" pitchFamily="2" charset="77"/>
                <a:cs typeface="Poppins SemiBold" pitchFamily="2" charset="77"/>
              </a:rPr>
              <a:t>sonataone.com</a:t>
            </a:r>
            <a:endParaRPr lang="en-US" sz="1050" b="1" i="0">
              <a:solidFill>
                <a:schemeClr val="accent3"/>
              </a:solidFill>
              <a:latin typeface="Poppins SemiBold" pitchFamily="2" charset="77"/>
              <a:cs typeface="Poppins SemiBold" pitchFamily="2" charset="77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928462D-5B26-4764-BDEE-F3745E0981C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85782" y="1771607"/>
            <a:ext cx="3679314" cy="4133889"/>
          </a:xfrm>
        </p:spPr>
        <p:txBody>
          <a:bodyPr>
            <a:noAutofit/>
          </a:bodyPr>
          <a:lstStyle>
            <a:lvl1pPr>
              <a:defRPr sz="4400" b="0" i="0">
                <a:solidFill>
                  <a:schemeClr val="accent2"/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D025402-176D-9EE9-27CD-2148296C17C6}"/>
              </a:ext>
            </a:extLst>
          </p:cNvPr>
          <p:cNvCxnSpPr>
            <a:cxnSpLocks/>
          </p:cNvCxnSpPr>
          <p:nvPr/>
        </p:nvCxnSpPr>
        <p:spPr>
          <a:xfrm flipV="1">
            <a:off x="471055" y="1357293"/>
            <a:ext cx="0" cy="372910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3757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_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5F56D508-7D6B-5960-5DBB-EDCD75B24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996" y="537367"/>
            <a:ext cx="3975100" cy="21221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sz="2800">
                <a:solidFill>
                  <a:schemeClr val="accent4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0F94E5-EF21-B089-62CE-836A35D224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8762" y="6088501"/>
            <a:ext cx="464261" cy="464261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C8F9433-735B-7EFF-C94D-E86618076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0100" y="537368"/>
            <a:ext cx="7091904" cy="5368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53F899-B166-264A-BB76-FCAB4C293147}"/>
              </a:ext>
            </a:extLst>
          </p:cNvPr>
          <p:cNvCxnSpPr>
            <a:cxnSpLocks/>
          </p:cNvCxnSpPr>
          <p:nvPr/>
        </p:nvCxnSpPr>
        <p:spPr>
          <a:xfrm>
            <a:off x="838200" y="6320631"/>
            <a:ext cx="1086380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44956AD-D8FE-D87B-D0B7-D99F74A76B12}"/>
              </a:ext>
            </a:extLst>
          </p:cNvPr>
          <p:cNvSpPr txBox="1"/>
          <p:nvPr/>
        </p:nvSpPr>
        <p:spPr>
          <a:xfrm>
            <a:off x="7448108" y="6414549"/>
            <a:ext cx="4347941" cy="206636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r"/>
            <a:r>
              <a:rPr lang="en-US" sz="1050" b="1" i="0" err="1">
                <a:solidFill>
                  <a:schemeClr val="accent4"/>
                </a:solidFill>
                <a:latin typeface="Poppins SemiBold" pitchFamily="2" charset="77"/>
                <a:cs typeface="Poppins SemiBold" pitchFamily="2" charset="77"/>
              </a:rPr>
              <a:t>sonataone.com</a:t>
            </a:r>
            <a:endParaRPr lang="en-US" sz="1050" b="1" i="0">
              <a:solidFill>
                <a:schemeClr val="accent4"/>
              </a:solidFill>
              <a:latin typeface="Poppins SemiBold" pitchFamily="2" charset="77"/>
              <a:cs typeface="Poppins SemiBold" pitchFamily="2" charset="77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928462D-5B26-4764-BDEE-F3745E0981C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9995" y="2659502"/>
            <a:ext cx="3975101" cy="3245994"/>
          </a:xfrm>
        </p:spPr>
        <p:txBody>
          <a:bodyPr>
            <a:noAutofit/>
          </a:bodyPr>
          <a:lstStyle>
            <a:lvl1pPr>
              <a:defRPr sz="44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3903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77295-E41E-65C5-AE0E-0BBA85A24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 b="0" i="0">
                <a:latin typeface="Poppins" pitchFamily="2" charset="77"/>
              </a:defRPr>
            </a:lvl1pPr>
            <a:lvl2pPr>
              <a:defRPr sz="1400" b="0" i="0">
                <a:latin typeface="Poppins" pitchFamily="2" charset="77"/>
              </a:defRPr>
            </a:lvl2pPr>
            <a:lvl3pPr>
              <a:defRPr sz="1200" b="0" i="0">
                <a:latin typeface="Poppins" pitchFamily="2" charset="77"/>
              </a:defRPr>
            </a:lvl3pPr>
            <a:lvl4pPr>
              <a:defRPr sz="1100" b="0" i="0">
                <a:latin typeface="Poppins" pitchFamily="2" charset="77"/>
              </a:defRPr>
            </a:lvl4pPr>
            <a:lvl5pPr>
              <a:defRPr sz="1100" b="0" i="0">
                <a:latin typeface="Poppins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D19DF68-1FD2-DE8C-B533-7FC51A56E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610"/>
            <a:ext cx="10515600" cy="7794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0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3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7_Title and Content">
    <p:bg>
      <p:bgPr>
        <a:gradFill flip="none" rotWithShape="1">
          <a:gsLst>
            <a:gs pos="57000">
              <a:schemeClr val="bg1"/>
            </a:gs>
            <a:gs pos="0">
              <a:schemeClr val="bg1">
                <a:lumMod val="85000"/>
                <a:alpha val="62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B8A2D7-1804-F50C-68C8-4928A37352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6">
            <a:extLst>
              <a:ext uri="{FF2B5EF4-FFF2-40B4-BE49-F238E27FC236}">
                <a16:creationId xmlns:a16="http://schemas.microsoft.com/office/drawing/2014/main" id="{9F715BD6-65B2-CFA6-BC09-D3185D34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610"/>
            <a:ext cx="10515600" cy="7794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200" b="0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3C3204-EA4A-89B0-33B3-B386F0178B9E}"/>
              </a:ext>
            </a:extLst>
          </p:cNvPr>
          <p:cNvCxnSpPr>
            <a:cxnSpLocks/>
          </p:cNvCxnSpPr>
          <p:nvPr/>
        </p:nvCxnSpPr>
        <p:spPr>
          <a:xfrm>
            <a:off x="3994058" y="1144587"/>
            <a:ext cx="420388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B6880DA-AB70-5229-0930-1632270B3E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8762" y="6088501"/>
            <a:ext cx="464261" cy="464261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30D4B51-698B-83C0-BAF1-6812DFBC1DF4}"/>
              </a:ext>
            </a:extLst>
          </p:cNvPr>
          <p:cNvCxnSpPr>
            <a:cxnSpLocks/>
          </p:cNvCxnSpPr>
          <p:nvPr/>
        </p:nvCxnSpPr>
        <p:spPr>
          <a:xfrm>
            <a:off x="838200" y="6320631"/>
            <a:ext cx="1086380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8CCB23B-7EE0-3CEF-361B-F020C32F2F3A}"/>
              </a:ext>
            </a:extLst>
          </p:cNvPr>
          <p:cNvSpPr txBox="1"/>
          <p:nvPr/>
        </p:nvSpPr>
        <p:spPr>
          <a:xfrm>
            <a:off x="7448108" y="6414549"/>
            <a:ext cx="4347941" cy="206636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r"/>
            <a:r>
              <a:rPr lang="en-US" sz="1050" b="1" i="0" err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sonataone.com</a:t>
            </a:r>
            <a:endParaRPr lang="en-US" sz="1050" b="1" i="0">
              <a:solidFill>
                <a:schemeClr val="tx2"/>
              </a:solidFill>
              <a:latin typeface="Poppins SemiBold" pitchFamily="2" charset="77"/>
              <a:cs typeface="Poppins Semi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5313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Title and Content">
    <p:bg>
      <p:bgPr>
        <a:gradFill flip="none" rotWithShape="1">
          <a:gsLst>
            <a:gs pos="57000">
              <a:schemeClr val="bg1"/>
            </a:gs>
            <a:gs pos="0">
              <a:schemeClr val="bg1">
                <a:lumMod val="85000"/>
                <a:alpha val="62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9F715BD6-65B2-CFA6-BC09-D3185D34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610"/>
            <a:ext cx="10515600" cy="7794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200" b="0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3C3204-EA4A-89B0-33B3-B386F0178B9E}"/>
              </a:ext>
            </a:extLst>
          </p:cNvPr>
          <p:cNvCxnSpPr>
            <a:cxnSpLocks/>
          </p:cNvCxnSpPr>
          <p:nvPr/>
        </p:nvCxnSpPr>
        <p:spPr>
          <a:xfrm>
            <a:off x="3994058" y="1144587"/>
            <a:ext cx="420388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B6880DA-AB70-5229-0930-1632270B3E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8762" y="6088501"/>
            <a:ext cx="464261" cy="464261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30D4B51-698B-83C0-BAF1-6812DFBC1DF4}"/>
              </a:ext>
            </a:extLst>
          </p:cNvPr>
          <p:cNvCxnSpPr>
            <a:cxnSpLocks/>
          </p:cNvCxnSpPr>
          <p:nvPr/>
        </p:nvCxnSpPr>
        <p:spPr>
          <a:xfrm>
            <a:off x="838200" y="6320631"/>
            <a:ext cx="1086380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8CCB23B-7EE0-3CEF-361B-F020C32F2F3A}"/>
              </a:ext>
            </a:extLst>
          </p:cNvPr>
          <p:cNvSpPr txBox="1"/>
          <p:nvPr/>
        </p:nvSpPr>
        <p:spPr>
          <a:xfrm>
            <a:off x="7448108" y="6414549"/>
            <a:ext cx="4347941" cy="206636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r"/>
            <a:r>
              <a:rPr lang="en-US" sz="1050" b="1" i="0" err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sonataone.com</a:t>
            </a:r>
            <a:endParaRPr lang="en-US" sz="1050" b="1" i="0">
              <a:solidFill>
                <a:schemeClr val="tx2"/>
              </a:solidFill>
              <a:latin typeface="Poppins SemiBold" pitchFamily="2" charset="77"/>
              <a:cs typeface="Poppins Semi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78641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8_Title and Content">
    <p:bg>
      <p:bgPr>
        <a:gradFill flip="none" rotWithShape="1">
          <a:gsLst>
            <a:gs pos="57000">
              <a:schemeClr val="bg1"/>
            </a:gs>
            <a:gs pos="0">
              <a:schemeClr val="bg1">
                <a:lumMod val="85000"/>
                <a:alpha val="62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B8A2D7-1804-F50C-68C8-4928A37352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6">
            <a:extLst>
              <a:ext uri="{FF2B5EF4-FFF2-40B4-BE49-F238E27FC236}">
                <a16:creationId xmlns:a16="http://schemas.microsoft.com/office/drawing/2014/main" id="{9F715BD6-65B2-CFA6-BC09-D3185D34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610"/>
            <a:ext cx="10515600" cy="7794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200" b="0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3C3204-EA4A-89B0-33B3-B386F0178B9E}"/>
              </a:ext>
            </a:extLst>
          </p:cNvPr>
          <p:cNvCxnSpPr>
            <a:cxnSpLocks/>
          </p:cNvCxnSpPr>
          <p:nvPr/>
        </p:nvCxnSpPr>
        <p:spPr>
          <a:xfrm>
            <a:off x="3994058" y="1144587"/>
            <a:ext cx="420388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B6880DA-AB70-5229-0930-1632270B3E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8762" y="6088501"/>
            <a:ext cx="464261" cy="46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504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3_Title and Content">
    <p:bg>
      <p:bgPr>
        <a:gradFill flip="none" rotWithShape="1">
          <a:gsLst>
            <a:gs pos="57000">
              <a:schemeClr val="bg1"/>
            </a:gs>
            <a:gs pos="0">
              <a:schemeClr val="bg1">
                <a:lumMod val="85000"/>
                <a:alpha val="62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9F715BD6-65B2-CFA6-BC09-D3185D34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610"/>
            <a:ext cx="10515600" cy="7794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200" b="0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3C3204-EA4A-89B0-33B3-B386F0178B9E}"/>
              </a:ext>
            </a:extLst>
          </p:cNvPr>
          <p:cNvCxnSpPr>
            <a:cxnSpLocks/>
          </p:cNvCxnSpPr>
          <p:nvPr/>
        </p:nvCxnSpPr>
        <p:spPr>
          <a:xfrm>
            <a:off x="3994058" y="1144587"/>
            <a:ext cx="420388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B6880DA-AB70-5229-0930-1632270B3E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8762" y="6088501"/>
            <a:ext cx="464261" cy="46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65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0_Title and Content">
    <p:bg>
      <p:bgPr>
        <a:gradFill flip="none" rotWithShape="1">
          <a:gsLst>
            <a:gs pos="57000">
              <a:schemeClr val="bg1"/>
            </a:gs>
            <a:gs pos="0">
              <a:schemeClr val="bg1">
                <a:lumMod val="85000"/>
                <a:alpha val="62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B8A2D7-1804-F50C-68C8-4928A37352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6">
            <a:extLst>
              <a:ext uri="{FF2B5EF4-FFF2-40B4-BE49-F238E27FC236}">
                <a16:creationId xmlns:a16="http://schemas.microsoft.com/office/drawing/2014/main" id="{9F715BD6-65B2-CFA6-BC09-D3185D34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610"/>
            <a:ext cx="10515600" cy="7794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200" b="0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3C3204-EA4A-89B0-33B3-B386F0178B9E}"/>
              </a:ext>
            </a:extLst>
          </p:cNvPr>
          <p:cNvCxnSpPr>
            <a:cxnSpLocks/>
          </p:cNvCxnSpPr>
          <p:nvPr/>
        </p:nvCxnSpPr>
        <p:spPr>
          <a:xfrm>
            <a:off x="3994058" y="1144587"/>
            <a:ext cx="420388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7422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2_Title and Content">
    <p:bg>
      <p:bgPr>
        <a:gradFill flip="none" rotWithShape="1">
          <a:gsLst>
            <a:gs pos="57000">
              <a:schemeClr val="bg1"/>
            </a:gs>
            <a:gs pos="0">
              <a:schemeClr val="bg1">
                <a:lumMod val="85000"/>
                <a:alpha val="62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6D4249-59BA-9C69-1169-0B9AFAF585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6">
            <a:extLst>
              <a:ext uri="{FF2B5EF4-FFF2-40B4-BE49-F238E27FC236}">
                <a16:creationId xmlns:a16="http://schemas.microsoft.com/office/drawing/2014/main" id="{9F715BD6-65B2-CFA6-BC09-D3185D34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610"/>
            <a:ext cx="10515600" cy="7794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200" b="0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3C3204-EA4A-89B0-33B3-B386F0178B9E}"/>
              </a:ext>
            </a:extLst>
          </p:cNvPr>
          <p:cNvCxnSpPr>
            <a:cxnSpLocks/>
          </p:cNvCxnSpPr>
          <p:nvPr/>
        </p:nvCxnSpPr>
        <p:spPr>
          <a:xfrm>
            <a:off x="3994058" y="1144587"/>
            <a:ext cx="420388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261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5_Title and Content">
    <p:bg>
      <p:bgPr>
        <a:gradFill flip="none" rotWithShape="1">
          <a:gsLst>
            <a:gs pos="57000">
              <a:schemeClr val="bg1"/>
            </a:gs>
            <a:gs pos="0">
              <a:schemeClr val="bg1">
                <a:lumMod val="85000"/>
                <a:alpha val="62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9F715BD6-65B2-CFA6-BC09-D3185D34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610"/>
            <a:ext cx="10515600" cy="7794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200" b="0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3C3204-EA4A-89B0-33B3-B386F0178B9E}"/>
              </a:ext>
            </a:extLst>
          </p:cNvPr>
          <p:cNvCxnSpPr>
            <a:cxnSpLocks/>
          </p:cNvCxnSpPr>
          <p:nvPr/>
        </p:nvCxnSpPr>
        <p:spPr>
          <a:xfrm>
            <a:off x="3994058" y="1144587"/>
            <a:ext cx="420388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0703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4_Title Slide">
    <p:bg>
      <p:bgPr>
        <a:gradFill flip="none" rotWithShape="1">
          <a:gsLst>
            <a:gs pos="83000">
              <a:schemeClr val="tx2"/>
            </a:gs>
            <a:gs pos="0">
              <a:schemeClr val="tx2">
                <a:lumMod val="5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FD417E-2F58-C563-8E74-D9B96EC474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6">
            <a:extLst>
              <a:ext uri="{FF2B5EF4-FFF2-40B4-BE49-F238E27FC236}">
                <a16:creationId xmlns:a16="http://schemas.microsoft.com/office/drawing/2014/main" id="{0AC24BFB-2A5F-8DC8-3C0C-B77CF4252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610"/>
            <a:ext cx="10515600" cy="7794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2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3DEA75A-F804-FACA-8701-70C596361226}"/>
              </a:ext>
            </a:extLst>
          </p:cNvPr>
          <p:cNvCxnSpPr>
            <a:cxnSpLocks/>
          </p:cNvCxnSpPr>
          <p:nvPr/>
        </p:nvCxnSpPr>
        <p:spPr>
          <a:xfrm>
            <a:off x="3994058" y="1144587"/>
            <a:ext cx="42038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4306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504">
          <p15:clr>
            <a:srgbClr val="FBAE40"/>
          </p15:clr>
        </p15:guide>
        <p15:guide id="4" pos="384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Title Slide">
    <p:bg>
      <p:bgPr>
        <a:gradFill flip="none" rotWithShape="1">
          <a:gsLst>
            <a:gs pos="83000">
              <a:schemeClr val="tx2"/>
            </a:gs>
            <a:gs pos="0">
              <a:schemeClr val="tx2">
                <a:lumMod val="5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A1CB82-E3BE-14FA-B5F8-A748AF2B84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6">
            <a:extLst>
              <a:ext uri="{FF2B5EF4-FFF2-40B4-BE49-F238E27FC236}">
                <a16:creationId xmlns:a16="http://schemas.microsoft.com/office/drawing/2014/main" id="{4B5802AB-DB65-0CAD-45FE-F0EFE4FF6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610"/>
            <a:ext cx="10515600" cy="7794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2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23F96D6-1944-B341-0875-D9462881036F}"/>
              </a:ext>
            </a:extLst>
          </p:cNvPr>
          <p:cNvCxnSpPr>
            <a:cxnSpLocks/>
          </p:cNvCxnSpPr>
          <p:nvPr/>
        </p:nvCxnSpPr>
        <p:spPr>
          <a:xfrm>
            <a:off x="3994058" y="1144587"/>
            <a:ext cx="42038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1868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504">
          <p15:clr>
            <a:srgbClr val="FBAE40"/>
          </p15:clr>
        </p15:guide>
        <p15:guide id="4" pos="384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8_Section Header">
    <p:bg>
      <p:bgPr>
        <a:gradFill flip="none" rotWithShape="1">
          <a:gsLst>
            <a:gs pos="0">
              <a:schemeClr val="accent2"/>
            </a:gs>
            <a:gs pos="88000">
              <a:schemeClr val="tx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F4E000-C217-E2E1-5CC0-010BF4D03D1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CF3ACD7-FEC0-A211-453F-F7F4E956C0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373BF529-FA4C-35CF-5C69-80A1F9D42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610"/>
            <a:ext cx="10515600" cy="7794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2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5EA296-0955-8A5B-2441-B651A1C0BA2A}"/>
              </a:ext>
            </a:extLst>
          </p:cNvPr>
          <p:cNvCxnSpPr>
            <a:cxnSpLocks/>
          </p:cNvCxnSpPr>
          <p:nvPr/>
        </p:nvCxnSpPr>
        <p:spPr>
          <a:xfrm>
            <a:off x="3994058" y="1144587"/>
            <a:ext cx="42038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8374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1_Title and Content">
    <p:bg>
      <p:bgPr>
        <a:gradFill flip="none" rotWithShape="1">
          <a:gsLst>
            <a:gs pos="57000">
              <a:schemeClr val="bg1"/>
            </a:gs>
            <a:gs pos="0">
              <a:schemeClr val="bg1">
                <a:lumMod val="85000"/>
                <a:alpha val="62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B536D1-BCF9-9533-8195-3E0F862F62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447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77295-E41E-65C5-AE0E-0BBA85A24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665"/>
            <a:ext cx="5257800" cy="4351338"/>
          </a:xfrm>
        </p:spPr>
        <p:txBody>
          <a:bodyPr anchor="ctr"/>
          <a:lstStyle>
            <a:lvl1pPr>
              <a:defRPr b="0" i="0">
                <a:latin typeface="Poppins" pitchFamily="2" charset="77"/>
              </a:defRPr>
            </a:lvl1pPr>
            <a:lvl2pPr>
              <a:defRPr b="0" i="0">
                <a:latin typeface="Poppins" pitchFamily="2" charset="77"/>
              </a:defRPr>
            </a:lvl2pPr>
            <a:lvl3pPr>
              <a:defRPr b="0" i="0">
                <a:latin typeface="Poppins" pitchFamily="2" charset="77"/>
              </a:defRPr>
            </a:lvl3pPr>
            <a:lvl4pPr>
              <a:defRPr b="0" i="0">
                <a:latin typeface="Poppins" pitchFamily="2" charset="77"/>
              </a:defRPr>
            </a:lvl4pPr>
            <a:lvl5pPr>
              <a:defRPr b="0" i="0">
                <a:latin typeface="Poppins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D19DF68-1FD2-DE8C-B533-7FC51A56E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610"/>
            <a:ext cx="10515600" cy="7794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0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5A24D8E6-5685-4A25-AE8C-4ABA5C4EA54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7950" y="2160588"/>
            <a:ext cx="4926013" cy="2789237"/>
          </a:xfr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998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7D516-B5F0-AC49-359F-73E28D257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610"/>
            <a:ext cx="10515600" cy="7794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0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68630-7FEF-FF80-A734-1F0F4A0BE6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  <a:lvl2pPr>
              <a:defRPr b="0" i="0">
                <a:latin typeface="Poppins" pitchFamily="2" charset="77"/>
              </a:defRPr>
            </a:lvl2pPr>
            <a:lvl3pPr>
              <a:defRPr b="0" i="0">
                <a:latin typeface="Poppins" pitchFamily="2" charset="77"/>
              </a:defRPr>
            </a:lvl3pPr>
            <a:lvl4pPr>
              <a:defRPr b="0" i="0">
                <a:latin typeface="Poppins" pitchFamily="2" charset="77"/>
              </a:defRPr>
            </a:lvl4pPr>
            <a:lvl5pPr>
              <a:defRPr b="0" i="0">
                <a:latin typeface="Poppins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C05333-3AA2-3872-1A87-4CE311E0A2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  <a:lvl2pPr>
              <a:defRPr b="0" i="0">
                <a:latin typeface="Poppins" pitchFamily="2" charset="77"/>
              </a:defRPr>
            </a:lvl2pPr>
            <a:lvl3pPr>
              <a:defRPr b="0" i="0">
                <a:latin typeface="Poppins" pitchFamily="2" charset="77"/>
              </a:defRPr>
            </a:lvl3pPr>
            <a:lvl4pPr>
              <a:defRPr b="0" i="0">
                <a:latin typeface="Poppins" pitchFamily="2" charset="77"/>
              </a:defRPr>
            </a:lvl4pPr>
            <a:lvl5pPr>
              <a:defRPr b="0" i="0">
                <a:latin typeface="Poppins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593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DC86E-400E-736F-3EDD-291CF6296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54984"/>
            <a:ext cx="10515600" cy="929896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C4C5B-D072-C450-E04A-D0713F4BF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0" i="0">
                <a:latin typeface="Poppins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CD5C5-2BC1-D8B4-4382-5AEB4C15E9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  <a:lvl2pPr>
              <a:defRPr b="0" i="0">
                <a:latin typeface="Poppins" pitchFamily="2" charset="77"/>
              </a:defRPr>
            </a:lvl2pPr>
            <a:lvl3pPr>
              <a:defRPr b="0" i="0">
                <a:latin typeface="Poppins" pitchFamily="2" charset="77"/>
              </a:defRPr>
            </a:lvl3pPr>
            <a:lvl4pPr>
              <a:defRPr b="0" i="0">
                <a:latin typeface="Poppins" pitchFamily="2" charset="77"/>
              </a:defRPr>
            </a:lvl4pPr>
            <a:lvl5pPr>
              <a:defRPr b="0" i="0">
                <a:latin typeface="Poppins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617684-E985-7799-AC22-86DF707BFE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0" i="0">
                <a:latin typeface="Poppins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AD1F9F-240E-E713-E700-3E83EC1FA6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  <a:lvl2pPr>
              <a:defRPr b="0" i="0">
                <a:latin typeface="Poppins" pitchFamily="2" charset="77"/>
              </a:defRPr>
            </a:lvl2pPr>
            <a:lvl3pPr>
              <a:defRPr b="0" i="0">
                <a:latin typeface="Poppins" pitchFamily="2" charset="77"/>
              </a:defRPr>
            </a:lvl3pPr>
            <a:lvl4pPr>
              <a:defRPr b="0" i="0">
                <a:latin typeface="Poppins" pitchFamily="2" charset="77"/>
              </a:defRPr>
            </a:lvl4pPr>
            <a:lvl5pPr>
              <a:defRPr b="0" i="0">
                <a:latin typeface="Poppins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933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3165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3119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0_Section Header">
    <p:bg>
      <p:bgPr>
        <a:gradFill flip="none" rotWithShape="1">
          <a:gsLst>
            <a:gs pos="0">
              <a:schemeClr val="bg1"/>
            </a:gs>
            <a:gs pos="75000">
              <a:schemeClr val="bg1">
                <a:lumMod val="95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C1DC2E-C5FE-545D-50D3-7D634584B4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416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Title Slide">
    <p:bg>
      <p:bgPr>
        <a:gradFill flip="none" rotWithShape="1">
          <a:gsLst>
            <a:gs pos="83000">
              <a:schemeClr val="tx2"/>
            </a:gs>
            <a:gs pos="0">
              <a:schemeClr val="tx2">
                <a:lumMod val="5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A1CB82-E3BE-14FA-B5F8-A748AF2B84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163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504">
          <p15:clr>
            <a:srgbClr val="FBAE40"/>
          </p15:clr>
        </p15:guide>
        <p15:guide id="4" pos="384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_Title Slide">
    <p:bg>
      <p:bgPr>
        <a:gradFill flip="none" rotWithShape="1">
          <a:gsLst>
            <a:gs pos="83000">
              <a:schemeClr val="tx2"/>
            </a:gs>
            <a:gs pos="0">
              <a:schemeClr val="tx2">
                <a:lumMod val="5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12152C-880F-DEA5-6112-D861101A47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994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504">
          <p15:clr>
            <a:srgbClr val="FBAE40"/>
          </p15:clr>
        </p15:guide>
        <p15:guide id="4" pos="384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F4C888-6861-A9CE-B668-A77146314CE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alphaModFix amt="2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9C2708D-D87B-D2AB-00AD-AF475DF676F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alphaModFix amt="2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0081D8E-792F-E66E-05FD-31FF182950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80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0_Title Slide">
    <p:bg>
      <p:bgPr>
        <a:gradFill flip="none" rotWithShape="1">
          <a:gsLst>
            <a:gs pos="83000">
              <a:schemeClr val="tx2"/>
            </a:gs>
            <a:gs pos="0">
              <a:schemeClr val="tx2">
                <a:lumMod val="5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FD417E-2F58-C563-8E74-D9B96EC474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916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504">
          <p15:clr>
            <a:srgbClr val="FBAE40"/>
          </p15:clr>
        </p15:guide>
        <p15:guide id="4" pos="384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1_Title Slide">
    <p:bg>
      <p:bgPr>
        <a:gradFill flip="none" rotWithShape="1">
          <a:gsLst>
            <a:gs pos="83000">
              <a:schemeClr val="tx2"/>
            </a:gs>
            <a:gs pos="0">
              <a:schemeClr val="tx2">
                <a:lumMod val="5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FD417E-2F58-C563-8E74-D9B96EC474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949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504">
          <p15:clr>
            <a:srgbClr val="FBAE40"/>
          </p15:clr>
        </p15:guide>
        <p15:guide id="4" pos="384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5_Section Header">
    <p:bg>
      <p:bgPr>
        <a:gradFill flip="none" rotWithShape="1">
          <a:gsLst>
            <a:gs pos="0">
              <a:schemeClr val="accent2"/>
            </a:gs>
            <a:gs pos="88000">
              <a:schemeClr val="tx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F4E000-C217-E2E1-5CC0-010BF4D03D1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CF3ACD7-FEC0-A211-453F-F7F4E956C0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676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0_Title and Content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CD16AA-44C7-EE38-B544-3F162DB7E8D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457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9_Title and Content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CD16AA-44C7-EE38-B544-3F162DB7E8D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552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1_Title and Content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CD16AA-44C7-EE38-B544-3F162DB7E8D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550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4_Title and Content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27D03E-EDE2-6C4B-34F1-86095FC390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300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77295-E41E-65C5-AE0E-0BBA85A24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 anchor="ctr"/>
          <a:lstStyle>
            <a:lvl1pPr>
              <a:defRPr b="0" i="0">
                <a:latin typeface="Poppins" pitchFamily="2" charset="77"/>
              </a:defRPr>
            </a:lvl1pPr>
            <a:lvl2pPr>
              <a:defRPr b="0" i="0">
                <a:latin typeface="Poppins" pitchFamily="2" charset="77"/>
              </a:defRPr>
            </a:lvl2pPr>
            <a:lvl3pPr>
              <a:defRPr b="0" i="0">
                <a:latin typeface="Poppins" pitchFamily="2" charset="77"/>
              </a:defRPr>
            </a:lvl3pPr>
            <a:lvl4pPr>
              <a:defRPr b="0" i="0">
                <a:latin typeface="Poppins" pitchFamily="2" charset="77"/>
              </a:defRPr>
            </a:lvl4pPr>
            <a:lvl5pPr>
              <a:defRPr b="0" i="0">
                <a:latin typeface="Poppins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D19DF68-1FD2-DE8C-B533-7FC51A56E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0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5A24D8E6-5685-4A25-AE8C-4ABA5C4EA54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7950" y="2160588"/>
            <a:ext cx="4926013" cy="2789237"/>
          </a:xfr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744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5139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image" Target="../media/image2.png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6000">
              <a:schemeClr val="bg1"/>
            </a:gs>
            <a:gs pos="0">
              <a:schemeClr val="bg1">
                <a:lumMod val="85000"/>
                <a:alpha val="62000"/>
              </a:schemeClr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9787D5-68A1-CF5A-7BF7-A9D1C05ACA44}"/>
              </a:ext>
            </a:extLst>
          </p:cNvPr>
          <p:cNvPicPr>
            <a:picLocks noChangeAspect="1"/>
          </p:cNvPicPr>
          <p:nvPr/>
        </p:nvPicPr>
        <p:blipFill>
          <a:blip r:embed="rId6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515C98-252B-B458-46DB-64F7BFB60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610"/>
            <a:ext cx="10515600" cy="779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C8163F-B0B8-5DDB-215E-E30590410C68}"/>
              </a:ext>
            </a:extLst>
          </p:cNvPr>
          <p:cNvPicPr>
            <a:picLocks noChangeAspect="1"/>
          </p:cNvPicPr>
          <p:nvPr/>
        </p:nvPicPr>
        <p:blipFill>
          <a:blip r:embed="rId6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8762" y="6088501"/>
            <a:ext cx="464261" cy="464261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AE0A42-186D-0D08-FD6C-60CE5A37D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05990"/>
            <a:ext cx="10515600" cy="50709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DB2A3F-6FC1-2836-FB3D-40D564861059}"/>
              </a:ext>
            </a:extLst>
          </p:cNvPr>
          <p:cNvCxnSpPr>
            <a:cxnSpLocks/>
          </p:cNvCxnSpPr>
          <p:nvPr/>
        </p:nvCxnSpPr>
        <p:spPr>
          <a:xfrm>
            <a:off x="838200" y="6320631"/>
            <a:ext cx="1086380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8DF8902-DCCC-A949-6E7D-28F63F13B31E}"/>
              </a:ext>
            </a:extLst>
          </p:cNvPr>
          <p:cNvSpPr txBox="1"/>
          <p:nvPr/>
        </p:nvSpPr>
        <p:spPr>
          <a:xfrm>
            <a:off x="7448108" y="6414549"/>
            <a:ext cx="4347941" cy="206636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r"/>
            <a:r>
              <a:rPr lang="en-US" sz="1050" b="1" i="0" err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sonataone.com</a:t>
            </a:r>
            <a:endParaRPr lang="en-US" sz="1050" b="1" i="0">
              <a:solidFill>
                <a:schemeClr val="tx2"/>
              </a:solidFill>
              <a:latin typeface="Poppins SemiBold" pitchFamily="2" charset="77"/>
              <a:cs typeface="Poppins Semi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19280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  <p:sldLayoutId id="2147483701" r:id="rId29"/>
    <p:sldLayoutId id="2147483702" r:id="rId30"/>
    <p:sldLayoutId id="2147483703" r:id="rId31"/>
    <p:sldLayoutId id="2147483704" r:id="rId32"/>
    <p:sldLayoutId id="2147483705" r:id="rId33"/>
    <p:sldLayoutId id="2147483706" r:id="rId34"/>
    <p:sldLayoutId id="2147483707" r:id="rId35"/>
    <p:sldLayoutId id="2147483708" r:id="rId36"/>
    <p:sldLayoutId id="2147483709" r:id="rId37"/>
    <p:sldLayoutId id="2147483710" r:id="rId38"/>
    <p:sldLayoutId id="2147483711" r:id="rId39"/>
    <p:sldLayoutId id="2147483712" r:id="rId40"/>
    <p:sldLayoutId id="2147483713" r:id="rId41"/>
    <p:sldLayoutId id="2147483714" r:id="rId42"/>
    <p:sldLayoutId id="2147483715" r:id="rId43"/>
    <p:sldLayoutId id="2147483716" r:id="rId44"/>
    <p:sldLayoutId id="2147483717" r:id="rId45"/>
    <p:sldLayoutId id="2147483718" r:id="rId46"/>
    <p:sldLayoutId id="2147483719" r:id="rId47"/>
    <p:sldLayoutId id="2147483720" r:id="rId48"/>
    <p:sldLayoutId id="2147483721" r:id="rId49"/>
    <p:sldLayoutId id="2147483722" r:id="rId50"/>
    <p:sldLayoutId id="2147483723" r:id="rId51"/>
    <p:sldLayoutId id="2147483724" r:id="rId52"/>
    <p:sldLayoutId id="2147483725" r:id="rId53"/>
    <p:sldLayoutId id="2147483726" r:id="rId54"/>
    <p:sldLayoutId id="2147483727" r:id="rId55"/>
    <p:sldLayoutId id="2147483728" r:id="rId56"/>
    <p:sldLayoutId id="2147483729" r:id="rId57"/>
    <p:sldLayoutId id="2147483730" r:id="rId5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baseline="0">
          <a:solidFill>
            <a:schemeClr val="tx2"/>
          </a:solidFill>
          <a:latin typeface="Poppins Light" pitchFamily="2" charset="77"/>
          <a:ea typeface="Baskerville" panose="02020502070401020303" pitchFamily="18" charset="0"/>
          <a:cs typeface="Poppins Light" pitchFamily="2" charset="77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chemeClr val="accent3"/>
        </a:buClr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Poppins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sz="1400" b="0" i="0" kern="1200">
          <a:solidFill>
            <a:schemeClr val="tx2"/>
          </a:solidFill>
          <a:latin typeface="Poppins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sz="1200" b="0" i="0" kern="1200">
          <a:solidFill>
            <a:schemeClr val="tx2"/>
          </a:solidFill>
          <a:latin typeface="Poppins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sz="1100" b="0" i="0" kern="1200">
          <a:solidFill>
            <a:schemeClr val="tx2"/>
          </a:solidFill>
          <a:latin typeface="Poppins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sz="1100" b="0" i="0" kern="1200">
          <a:solidFill>
            <a:schemeClr val="tx2"/>
          </a:solidFill>
          <a:latin typeface="Poppins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Tech Team Structures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4623028-8761-952C-EA10-AC6D899D3A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119640"/>
              </p:ext>
            </p:extLst>
          </p:nvPr>
        </p:nvGraphicFramePr>
        <p:xfrm>
          <a:off x="173306" y="1048677"/>
          <a:ext cx="11919633" cy="61583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014375">
                  <a:extLst>
                    <a:ext uri="{9D8B030D-6E8A-4147-A177-3AD203B41FA5}">
                      <a16:colId xmlns:a16="http://schemas.microsoft.com/office/drawing/2014/main" val="1867993506"/>
                    </a:ext>
                  </a:extLst>
                </a:gridCol>
                <a:gridCol w="1893499">
                  <a:extLst>
                    <a:ext uri="{9D8B030D-6E8A-4147-A177-3AD203B41FA5}">
                      <a16:colId xmlns:a16="http://schemas.microsoft.com/office/drawing/2014/main" val="2217184748"/>
                    </a:ext>
                  </a:extLst>
                </a:gridCol>
                <a:gridCol w="1670042">
                  <a:extLst>
                    <a:ext uri="{9D8B030D-6E8A-4147-A177-3AD203B41FA5}">
                      <a16:colId xmlns:a16="http://schemas.microsoft.com/office/drawing/2014/main" val="1525232023"/>
                    </a:ext>
                  </a:extLst>
                </a:gridCol>
                <a:gridCol w="1528912">
                  <a:extLst>
                    <a:ext uri="{9D8B030D-6E8A-4147-A177-3AD203B41FA5}">
                      <a16:colId xmlns:a16="http://schemas.microsoft.com/office/drawing/2014/main" val="3311886826"/>
                    </a:ext>
                  </a:extLst>
                </a:gridCol>
                <a:gridCol w="1364261">
                  <a:extLst>
                    <a:ext uri="{9D8B030D-6E8A-4147-A177-3AD203B41FA5}">
                      <a16:colId xmlns:a16="http://schemas.microsoft.com/office/drawing/2014/main" val="1155664601"/>
                    </a:ext>
                  </a:extLst>
                </a:gridCol>
                <a:gridCol w="1508329">
                  <a:extLst>
                    <a:ext uri="{9D8B030D-6E8A-4147-A177-3AD203B41FA5}">
                      <a16:colId xmlns:a16="http://schemas.microsoft.com/office/drawing/2014/main" val="2947439287"/>
                    </a:ext>
                  </a:extLst>
                </a:gridCol>
                <a:gridCol w="1924827">
                  <a:extLst>
                    <a:ext uri="{9D8B030D-6E8A-4147-A177-3AD203B41FA5}">
                      <a16:colId xmlns:a16="http://schemas.microsoft.com/office/drawing/2014/main" val="476925485"/>
                    </a:ext>
                  </a:extLst>
                </a:gridCol>
                <a:gridCol w="1015388">
                  <a:extLst>
                    <a:ext uri="{9D8B030D-6E8A-4147-A177-3AD203B41FA5}">
                      <a16:colId xmlns:a16="http://schemas.microsoft.com/office/drawing/2014/main" val="502168493"/>
                    </a:ext>
                  </a:extLst>
                </a:gridCol>
              </a:tblGrid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Team</a:t>
                      </a:r>
                      <a:endParaRPr lang="en-G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Team 1</a:t>
                      </a:r>
                      <a:endParaRPr lang="en-G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Team 2</a:t>
                      </a:r>
                      <a:endParaRPr lang="en-G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Team 3</a:t>
                      </a:r>
                      <a:endParaRPr lang="en-G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Team 4</a:t>
                      </a:r>
                      <a:endParaRPr lang="en-G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BAU</a:t>
                      </a:r>
                      <a:endParaRPr lang="en-G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Data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91" marR="8891" marT="8891" marB="42679" anchor="b"/>
                </a:tc>
                <a:extLst>
                  <a:ext uri="{0D108BD9-81ED-4DB2-BD59-A6C34878D82A}">
                    <a16:rowId xmlns:a16="http://schemas.microsoft.com/office/drawing/2014/main" val="4082433089"/>
                  </a:ext>
                </a:extLst>
              </a:tr>
              <a:tr h="6986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Theme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Platform/central services/Software only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Managed/Analyst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TA/investor/buy button/profile review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 dirty="0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TA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3346344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PO 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 dirty="0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Matt Jones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Poppins (Body)"/>
                        </a:rPr>
                        <a:t>New PO </a:t>
                      </a: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 dirty="0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Luke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Max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Poppins (Body)"/>
                        </a:rPr>
                        <a:t>New BA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 dirty="0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Gurmeet 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908106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Team Lead 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 dirty="0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Marco Cannon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Pascal Ramoojee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 dirty="0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Phillip Panton 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Ben Stokoe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Attiya Dubarry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Charan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Frans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6956614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QA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Chris/Abhinav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Poppins (Body)"/>
                          <a:cs typeface="Poppins"/>
                        </a:rPr>
                        <a:t>Roy</a:t>
                      </a:r>
                      <a:endParaRPr lang="en-GB" sz="1200" b="0" i="0" u="none" strike="noStrike" noProof="0" dirty="0">
                        <a:solidFill>
                          <a:srgbClr val="000000"/>
                        </a:solidFill>
                        <a:effectLst/>
                        <a:latin typeface="Poppins (Body)"/>
                        <a:cs typeface="Poppins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dirty="0">
                          <a:latin typeface="Poppins (Body)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Muneeb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Roy</a:t>
                      </a:r>
                      <a:endParaRPr lang="en-US" sz="1200" dirty="0">
                        <a:latin typeface="Poppins (Body)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Abhinav/Chris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415128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FE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Poppins (Body)"/>
                        </a:rPr>
                        <a:t>John Summers</a:t>
                      </a: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Poppins (Body)"/>
                          <a:cs typeface="Poppins"/>
                        </a:rPr>
                        <a:t>Oleksii Umanets - NIX</a:t>
                      </a: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u="none" strike="noStrike" dirty="0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Tomasz </a:t>
                      </a:r>
                      <a:r>
                        <a:rPr lang="en-GB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Ciborski</a:t>
                      </a:r>
                      <a:r>
                        <a:rPr lang="en-GB" sz="1200" b="0" u="none" strike="noStrike" dirty="0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 - NIX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Poppins (Body)"/>
                          <a:cs typeface="Poppins"/>
                        </a:rPr>
                        <a:t>Volodymyr Kozlov - NIX</a:t>
                      </a:r>
                      <a:endParaRPr lang="en-US" sz="1200" dirty="0"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3210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highlight>
                            <a:srgbClr val="FFFF00"/>
                          </a:highlight>
                          <a:latin typeface="Poppins (Body)"/>
                        </a:rPr>
                        <a:t>New FE Dev</a:t>
                      </a: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Poppins (Body)"/>
                          <a:cs typeface="Poppins"/>
                        </a:rPr>
                        <a:t>Marta </a:t>
                      </a:r>
                      <a:r>
                        <a:rPr lang="en-GB" sz="12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Kirschenstein</a:t>
                      </a:r>
                      <a:r>
                        <a:rPr lang="en-GB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 - NIX</a:t>
                      </a:r>
                      <a:endParaRPr lang="en-GB" sz="1200" b="0" i="0" u="none" strike="noStrike" noProof="0" dirty="0">
                        <a:solidFill>
                          <a:srgbClr val="000000"/>
                        </a:solidFill>
                        <a:effectLst/>
                        <a:latin typeface="Poppins (Body)"/>
                        <a:cs typeface="Poppins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 dirty="0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Mateusz Kania – NIX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highlight>
                            <a:srgbClr val="FFFF00"/>
                          </a:highlight>
                          <a:latin typeface="Poppins (Body)"/>
                        </a:rPr>
                        <a:t>New FE Dev</a:t>
                      </a: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5039242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BE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Poppins (Body)"/>
                          <a:cs typeface="Poppins"/>
                        </a:rPr>
                        <a:t>Avinaash Gopaul</a:t>
                      </a: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u="none" strike="noStrike" dirty="0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Oleg </a:t>
                      </a:r>
                      <a:r>
                        <a:rPr lang="en-GB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Kushynskyy</a:t>
                      </a:r>
                      <a:r>
                        <a:rPr lang="en-GB" sz="1200" b="0" u="none" strike="noStrike" dirty="0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- NIX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Matthew Oliver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GB" sz="1200" b="0" i="0" u="none" strike="noStrike" noProof="0" dirty="0">
                        <a:solidFill>
                          <a:srgbClr val="000000"/>
                        </a:solidFill>
                        <a:effectLst/>
                        <a:latin typeface="Poppins (Body)"/>
                        <a:cs typeface="Poppins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Tom Owen</a:t>
                      </a: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Aakash</a:t>
                      </a: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7294135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Poppins (Body)"/>
                          <a:cs typeface="Poppins"/>
                        </a:rPr>
                        <a:t>Amar Madela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u="none" strike="noStrike" dirty="0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Aleksander Paszkiewicz - NIX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Dawie Behm</a:t>
                      </a: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u="none" strike="noStrike" dirty="0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Michał </a:t>
                      </a:r>
                      <a:r>
                        <a:rPr lang="en-GB" sz="1200" b="0" u="none" strike="noStrike" dirty="0" err="1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Ciążyński</a:t>
                      </a:r>
                      <a:r>
                        <a:rPr lang="en-GB" sz="1200" b="0" u="none" strike="noStrike" dirty="0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- NIX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Aditi Gupta</a:t>
                      </a: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0697331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Michal Kudanowski -NIX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Poppins (Body)"/>
                          <a:cs typeface="Poppins"/>
                        </a:rPr>
                        <a:t>Rakesh Chavda</a:t>
                      </a: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Krzysztof </a:t>
                      </a:r>
                      <a:r>
                        <a:rPr lang="en-GB" sz="1200" b="0" u="none" strike="noStrike" err="1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Mądry</a:t>
                      </a: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 - NIX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Bongani Nyoni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Masum Ahammed</a:t>
                      </a: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4304526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Poppins (Body)"/>
                          <a:cs typeface="Poppins"/>
                        </a:rPr>
                        <a:t>Maksym </a:t>
                      </a:r>
                      <a:r>
                        <a:rPr lang="en-GB" sz="12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Poppins (Body)"/>
                          <a:cs typeface="Poppins"/>
                        </a:rPr>
                        <a:t>Lazorenko</a:t>
                      </a:r>
                      <a:r>
                        <a:rPr lang="en-GB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Poppins (Body)"/>
                          <a:cs typeface="Poppins"/>
                        </a:rPr>
                        <a:t> – NIX</a:t>
                      </a:r>
                      <a:endParaRPr lang="en-US" sz="1200" dirty="0"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u="none" strike="noStrike" dirty="0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Maksym Vlasenko - NIX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u="none" strike="noStrike" dirty="0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Piotr Romanowski – NIX (potential to be FS) 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Bhavik Thakkar</a:t>
                      </a: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955000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DevOps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Poppins (Body)"/>
                        </a:rPr>
                        <a:t>Robert/Lukasz</a:t>
                      </a: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latin typeface="Poppins (Body)"/>
                        </a:rPr>
                        <a:t>Robert/Lukasz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dirty="0">
                          <a:latin typeface="Poppins (Body)"/>
                        </a:rPr>
                        <a:t>Robert/Lukasz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dirty="0">
                          <a:latin typeface="Poppins (Body)"/>
                        </a:rPr>
                        <a:t>Robert/Lukasz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latin typeface="Poppins (Body)"/>
                        </a:rPr>
                        <a:t>Robert/Lukasz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latin typeface="Poppins (Body)"/>
                        </a:rPr>
                        <a:t>Robert/Lukasz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664447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Design 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 dirty="0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Raul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 dirty="0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Dan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 dirty="0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Dan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 dirty="0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Raul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114536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Project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Mike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Mike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Gurmeet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Gurmeet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Mike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 dirty="0">
                          <a:solidFill>
                            <a:srgbClr val="000000"/>
                          </a:solidFill>
                          <a:effectLst/>
                          <a:latin typeface="Poppins (Body)"/>
                        </a:rPr>
                        <a:t>Gurmeet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Poppins (Body)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6059232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69A42A8D-9231-8EEC-DEEE-D01BFDF81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New Team Structures V2</a:t>
            </a:r>
          </a:p>
        </p:txBody>
      </p:sp>
    </p:spTree>
    <p:extLst>
      <p:ext uri="{BB962C8B-B14F-4D97-AF65-F5344CB8AC3E}">
        <p14:creationId xmlns:p14="http://schemas.microsoft.com/office/powerpoint/2010/main" val="188733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74D29-04E5-97D9-F548-3AF83F337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606FC04-B3EB-D220-2E87-223FB2F9D8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8964128"/>
              </p:ext>
            </p:extLst>
          </p:nvPr>
        </p:nvGraphicFramePr>
        <p:xfrm>
          <a:off x="179791" y="1290854"/>
          <a:ext cx="11671855" cy="5584319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002188">
                  <a:extLst>
                    <a:ext uri="{9D8B030D-6E8A-4147-A177-3AD203B41FA5}">
                      <a16:colId xmlns:a16="http://schemas.microsoft.com/office/drawing/2014/main" val="1867993506"/>
                    </a:ext>
                  </a:extLst>
                </a:gridCol>
                <a:gridCol w="1870750">
                  <a:extLst>
                    <a:ext uri="{9D8B030D-6E8A-4147-A177-3AD203B41FA5}">
                      <a16:colId xmlns:a16="http://schemas.microsoft.com/office/drawing/2014/main" val="2217184748"/>
                    </a:ext>
                  </a:extLst>
                </a:gridCol>
                <a:gridCol w="1649978">
                  <a:extLst>
                    <a:ext uri="{9D8B030D-6E8A-4147-A177-3AD203B41FA5}">
                      <a16:colId xmlns:a16="http://schemas.microsoft.com/office/drawing/2014/main" val="1525232023"/>
                    </a:ext>
                  </a:extLst>
                </a:gridCol>
                <a:gridCol w="1510544">
                  <a:extLst>
                    <a:ext uri="{9D8B030D-6E8A-4147-A177-3AD203B41FA5}">
                      <a16:colId xmlns:a16="http://schemas.microsoft.com/office/drawing/2014/main" val="3311886826"/>
                    </a:ext>
                  </a:extLst>
                </a:gridCol>
                <a:gridCol w="1347870">
                  <a:extLst>
                    <a:ext uri="{9D8B030D-6E8A-4147-A177-3AD203B41FA5}">
                      <a16:colId xmlns:a16="http://schemas.microsoft.com/office/drawing/2014/main" val="1155664601"/>
                    </a:ext>
                  </a:extLst>
                </a:gridCol>
                <a:gridCol w="1347870">
                  <a:extLst>
                    <a:ext uri="{9D8B030D-6E8A-4147-A177-3AD203B41FA5}">
                      <a16:colId xmlns:a16="http://schemas.microsoft.com/office/drawing/2014/main" val="1303721444"/>
                    </a:ext>
                  </a:extLst>
                </a:gridCol>
                <a:gridCol w="1490209">
                  <a:extLst>
                    <a:ext uri="{9D8B030D-6E8A-4147-A177-3AD203B41FA5}">
                      <a16:colId xmlns:a16="http://schemas.microsoft.com/office/drawing/2014/main" val="2947439287"/>
                    </a:ext>
                  </a:extLst>
                </a:gridCol>
                <a:gridCol w="1452446">
                  <a:extLst>
                    <a:ext uri="{9D8B030D-6E8A-4147-A177-3AD203B41FA5}">
                      <a16:colId xmlns:a16="http://schemas.microsoft.com/office/drawing/2014/main" val="476925485"/>
                    </a:ext>
                  </a:extLst>
                </a:gridCol>
              </a:tblGrid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Team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Vazon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Cobo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Muiz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Dandi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Barry</a:t>
                      </a: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BAU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Data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/>
                </a:tc>
                <a:extLst>
                  <a:ext uri="{0D108BD9-81ED-4DB2-BD59-A6C34878D82A}">
                    <a16:rowId xmlns:a16="http://schemas.microsoft.com/office/drawing/2014/main" val="4082433089"/>
                  </a:ext>
                </a:extLst>
              </a:tr>
              <a:tr h="6986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Theme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Platform/central services/Software only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Managed/Analyst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TA/investor/buy button/profile review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TA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TA</a:t>
                      </a: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3346344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PO 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Matt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Tinashe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Luke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Max </a:t>
                      </a: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Mike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Gurmeet 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908106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Team Lead 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Marco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Pascal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Phillip *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Ben 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Keke</a:t>
                      </a: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Attiya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Charan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6956614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FE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Summers, John</a:t>
                      </a: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Poppins"/>
                          <a:cs typeface="Poppins"/>
                        </a:rPr>
                        <a:t>Mateusz Kania - NIX</a:t>
                      </a:r>
                      <a:endParaRPr lang="en-US"/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Volodymyr Kozlov - NIX</a:t>
                      </a: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Michal Gacek - NIX</a:t>
                      </a: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73210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Tomasz </a:t>
                      </a:r>
                      <a:r>
                        <a:rPr lang="en-GB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Ciborski</a:t>
                      </a: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- NIX</a:t>
                      </a: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Oleksii Umanets - NIX</a:t>
                      </a: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1664701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BE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Rakesh Chavda - SA</a:t>
                      </a: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Pienaar, Nicole</a:t>
                      </a: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Oliver, Matthew</a:t>
                      </a: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Michał </a:t>
                      </a:r>
                      <a:r>
                        <a:rPr lang="en-GB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Ciążyński</a:t>
                      </a: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 NIX</a:t>
                      </a: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Nyoni, Bongani</a:t>
                      </a: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Tom</a:t>
                      </a: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Aakash</a:t>
                      </a: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7294135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Maksym Lazorenko - NIX</a:t>
                      </a: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Oleg Kushynskyy- NIX</a:t>
                      </a: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Behm, Dawie</a:t>
                      </a: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Gopaul, Avinaash</a:t>
                      </a: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Piotr Romanowski - NIX</a:t>
                      </a: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Aditi</a:t>
                      </a: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0697331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Michal </a:t>
                      </a:r>
                      <a:r>
                        <a:rPr lang="en-GB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Kudanowski</a:t>
                      </a: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-NIX</a:t>
                      </a: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Aleksander Paszkiewicz - NIX (H&amp;F)</a:t>
                      </a: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Krzysztof Mądry - NIX</a:t>
                      </a: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Masum</a:t>
                      </a: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4304526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Maksym Vlasenko - NIX</a:t>
                      </a:r>
                    </a:p>
                  </a:txBody>
                  <a:tcPr marL="9525" marR="9525" marT="95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Bhavik</a:t>
                      </a: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955000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Design 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Raul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Dan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Dan/Morne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Morne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Amar</a:t>
                      </a: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114536"/>
                  </a:ext>
                </a:extLst>
              </a:tr>
              <a:tr h="3987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Project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Mike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Mike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Gurmeet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Gurmeet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Mike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Gurmeet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91" marR="8891" marT="8891" marB="42679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6059232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7FDE401C-F9BD-53F6-A692-AF05C2CFD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Current Team Structures </a:t>
            </a:r>
          </a:p>
        </p:txBody>
      </p:sp>
    </p:spTree>
    <p:extLst>
      <p:ext uri="{BB962C8B-B14F-4D97-AF65-F5344CB8AC3E}">
        <p14:creationId xmlns:p14="http://schemas.microsoft.com/office/powerpoint/2010/main" val="2312317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7D491C1-51B9-C20E-CBE5-197871F85E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3828426"/>
              </p:ext>
            </p:extLst>
          </p:nvPr>
        </p:nvGraphicFramePr>
        <p:xfrm>
          <a:off x="1111250" y="1003610"/>
          <a:ext cx="9705434" cy="538604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181436">
                  <a:extLst>
                    <a:ext uri="{9D8B030D-6E8A-4147-A177-3AD203B41FA5}">
                      <a16:colId xmlns:a16="http://schemas.microsoft.com/office/drawing/2014/main" val="3809853983"/>
                    </a:ext>
                  </a:extLst>
                </a:gridCol>
                <a:gridCol w="2298999">
                  <a:extLst>
                    <a:ext uri="{9D8B030D-6E8A-4147-A177-3AD203B41FA5}">
                      <a16:colId xmlns:a16="http://schemas.microsoft.com/office/drawing/2014/main" val="831344670"/>
                    </a:ext>
                  </a:extLst>
                </a:gridCol>
                <a:gridCol w="2586375">
                  <a:extLst>
                    <a:ext uri="{9D8B030D-6E8A-4147-A177-3AD203B41FA5}">
                      <a16:colId xmlns:a16="http://schemas.microsoft.com/office/drawing/2014/main" val="4093552843"/>
                    </a:ext>
                  </a:extLst>
                </a:gridCol>
                <a:gridCol w="2638624">
                  <a:extLst>
                    <a:ext uri="{9D8B030D-6E8A-4147-A177-3AD203B41FA5}">
                      <a16:colId xmlns:a16="http://schemas.microsoft.com/office/drawing/2014/main" val="2830199052"/>
                    </a:ext>
                  </a:extLst>
                </a:gridCol>
              </a:tblGrid>
              <a:tr h="6058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Team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Q2 - May onwards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Q3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Q4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301235"/>
                  </a:ext>
                </a:extLst>
              </a:tr>
              <a:tr h="4414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1 - Platform and Central 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Screening/</a:t>
                      </a:r>
                      <a:r>
                        <a:rPr lang="en-GB" sz="1200" b="0" u="none" strike="noStrike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Worldcheck</a:t>
                      </a: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upgrade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rebuild task allocation and utilisation logic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contacts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364413"/>
                  </a:ext>
                </a:extLst>
              </a:tr>
              <a:tr h="24969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(</a:t>
                      </a:r>
                      <a:r>
                        <a:rPr lang="en-GB" sz="1200" b="1" u="none" strike="noStrike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Vazon</a:t>
                      </a: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)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Onboarding AI Agent 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task creation flow 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notifications 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167001"/>
                  </a:ext>
                </a:extLst>
              </a:tr>
              <a:tr h="4414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Matt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Onboarding client dashboard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Onboarding 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703670"/>
                  </a:ext>
                </a:extLst>
              </a:tr>
              <a:tr h="4414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2 - Managed Services/Analyst Tools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Client Homepage 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Managed Services 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MLRO dashboard 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987855"/>
                  </a:ext>
                </a:extLst>
              </a:tr>
              <a:tr h="4414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(Cobo)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Managed Services 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Fund Closing analyst dashboard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Analyst enhancements (task management)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3426255"/>
                  </a:ext>
                </a:extLst>
              </a:tr>
              <a:tr h="4414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Tinashe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Reports portal rebuild (client and analyst) 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5397"/>
                  </a:ext>
                </a:extLst>
              </a:tr>
              <a:tr h="4414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3 - KYC/Investor/Profile Review 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Investor homepage V1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KYC Pack</a:t>
                      </a: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FE Template Builder 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994849"/>
                  </a:ext>
                </a:extLst>
              </a:tr>
              <a:tr h="4414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New Team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header and navigation </a:t>
                      </a:r>
                      <a:r>
                        <a:rPr lang="en-GB" sz="1200" b="0" u="none" strike="noStrike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r&amp;p</a:t>
                      </a: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enabled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Profile Review 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Profile Review 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1790224"/>
                  </a:ext>
                </a:extLst>
              </a:tr>
              <a:tr h="4414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Luke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KYC Enhancements (SDK)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Screening/</a:t>
                      </a:r>
                      <a:r>
                        <a:rPr lang="en-GB" sz="1200" b="0" u="none" strike="noStrike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Worldcheck</a:t>
                      </a: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KYC integrations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analyst/client profile search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712437"/>
                  </a:ext>
                </a:extLst>
              </a:tr>
              <a:tr h="249697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i="0" u="none" strike="noStrike" noProof="0">
                          <a:solidFill>
                            <a:srgbClr val="000000"/>
                          </a:solidFill>
                          <a:effectLst/>
                          <a:latin typeface="Poppins"/>
                          <a:cs typeface="Poppins"/>
                        </a:rPr>
                        <a:t>4 - TA/Tax </a:t>
                      </a:r>
                      <a:endParaRPr lang="en-GB" sz="1200" b="0" i="0" u="none" strike="noStrike" noProof="0">
                        <a:solidFill>
                          <a:srgbClr val="000000"/>
                        </a:solidFill>
                        <a:effectLst/>
                        <a:latin typeface="Poppins"/>
                        <a:cs typeface="Poppins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EID&amp;V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Buy Button Integration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2849986"/>
                  </a:ext>
                </a:extLst>
              </a:tr>
              <a:tr h="24969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TA Enhancements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Tax Rebuild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Tax Rebuild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364579"/>
                  </a:ext>
                </a:extLst>
              </a:tr>
              <a:tr h="24969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TA Documents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TA Enhancements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5062338"/>
                  </a:ext>
                </a:extLst>
              </a:tr>
              <a:tr h="24969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Max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TA Reporting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066041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C1B1A551-9A74-2B25-3040-F55C11677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Roadmap (Working draft tbc) </a:t>
            </a:r>
          </a:p>
        </p:txBody>
      </p:sp>
    </p:spTree>
    <p:extLst>
      <p:ext uri="{BB962C8B-B14F-4D97-AF65-F5344CB8AC3E}">
        <p14:creationId xmlns:p14="http://schemas.microsoft.com/office/powerpoint/2010/main" val="4069743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onata One">
  <a:themeElements>
    <a:clrScheme name="Sonata One 2025">
      <a:dk1>
        <a:srgbClr val="000000"/>
      </a:dk1>
      <a:lt1>
        <a:srgbClr val="FFFFFF"/>
      </a:lt1>
      <a:dk2>
        <a:srgbClr val="70066D"/>
      </a:dk2>
      <a:lt2>
        <a:srgbClr val="F3F3F3"/>
      </a:lt2>
      <a:accent1>
        <a:srgbClr val="B380FF"/>
      </a:accent1>
      <a:accent2>
        <a:srgbClr val="2F0549"/>
      </a:accent2>
      <a:accent3>
        <a:srgbClr val="FF7D6B"/>
      </a:accent3>
      <a:accent4>
        <a:srgbClr val="6FF5FF"/>
      </a:accent4>
      <a:accent5>
        <a:srgbClr val="D6E303"/>
      </a:accent5>
      <a:accent6>
        <a:srgbClr val="E5E5E5"/>
      </a:accent6>
      <a:hlink>
        <a:srgbClr val="FFFFFF"/>
      </a:hlink>
      <a:folHlink>
        <a:srgbClr val="BA6EAC"/>
      </a:folHlink>
    </a:clrScheme>
    <a:fontScheme name="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Sonata One" id="{9A5E5AE1-E572-DA46-92BE-3B8FF47878FC}" vid="{B76E390A-9135-B04A-B7F7-0FB8611EF62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B6B7472E52C704C9A56CEBFFD6DE161" ma:contentTypeVersion="16" ma:contentTypeDescription="Create a new document." ma:contentTypeScope="" ma:versionID="0750d72fc23101b70e37f3b4a25d7ceb">
  <xsd:schema xmlns:xsd="http://www.w3.org/2001/XMLSchema" xmlns:xs="http://www.w3.org/2001/XMLSchema" xmlns:p="http://schemas.microsoft.com/office/2006/metadata/properties" xmlns:ns1="http://schemas.microsoft.com/sharepoint/v3" xmlns:ns2="30460c05-cec1-40b0-b4c0-e934f438eb09" xmlns:ns3="119fbd4d-4a48-469d-ba00-0f7914a6692c" targetNamespace="http://schemas.microsoft.com/office/2006/metadata/properties" ma:root="true" ma:fieldsID="55d68381598a0f0ebb7a05a74e76bef5" ns1:_="" ns2:_="" ns3:_="">
    <xsd:import namespace="http://schemas.microsoft.com/sharepoint/v3"/>
    <xsd:import namespace="30460c05-cec1-40b0-b4c0-e934f438eb09"/>
    <xsd:import namespace="119fbd4d-4a48-469d-ba00-0f7914a669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460c05-cec1-40b0-b4c0-e934f438eb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fc14439-a06e-41e2-8b14-d76cbabbfa5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9fbd4d-4a48-469d-ba00-0f7914a6692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a021cb4-a440-4c73-b169-7a765f36b3d7}" ma:internalName="TaxCatchAll" ma:showField="CatchAllData" ma:web="119fbd4d-4a48-469d-ba00-0f7914a669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30460c05-cec1-40b0-b4c0-e934f438eb09">
      <Terms xmlns="http://schemas.microsoft.com/office/infopath/2007/PartnerControls"/>
    </lcf76f155ced4ddcb4097134ff3c332f>
    <_ip_UnifiedCompliancePolicyProperties xmlns="http://schemas.microsoft.com/sharepoint/v3" xsi:nil="true"/>
    <TaxCatchAll xmlns="119fbd4d-4a48-469d-ba00-0f7914a6692c" xsi:nil="true"/>
  </documentManagement>
</p:properties>
</file>

<file path=customXml/itemProps1.xml><?xml version="1.0" encoding="utf-8"?>
<ds:datastoreItem xmlns:ds="http://schemas.openxmlformats.org/officeDocument/2006/customXml" ds:itemID="{08EACABA-1C2E-4F78-B4D1-A0AF90259D8D}">
  <ds:schemaRefs>
    <ds:schemaRef ds:uri="119fbd4d-4a48-469d-ba00-0f7914a6692c"/>
    <ds:schemaRef ds:uri="30460c05-cec1-40b0-b4c0-e934f438eb0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9BE71BB-FB0B-4E9B-A44C-6620B8DB41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EB2E779-961D-4BA7-9004-82824E0D4853}">
  <ds:schemaRefs>
    <ds:schemaRef ds:uri="http://purl.org/dc/elements/1.1/"/>
    <ds:schemaRef ds:uri="119fbd4d-4a48-469d-ba00-0f7914a6692c"/>
    <ds:schemaRef ds:uri="http://purl.org/dc/dcmitype/"/>
    <ds:schemaRef ds:uri="30460c05-cec1-40b0-b4c0-e934f438eb09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schemas.microsoft.com/sharepoint/v3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4e0a17d6-019c-43f2-b1fa-1315ce08619f}" enabled="0" method="" siteId="{4e0a17d6-019c-43f2-b1fa-1315ce08619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Sonata One</Template>
  <TotalTime>4172</TotalTime>
  <Words>491</Words>
  <Application>Microsoft Office PowerPoint</Application>
  <PresentationFormat>Widescreen</PresentationFormat>
  <Paragraphs>202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Arial</vt:lpstr>
      <vt:lpstr>Calibri</vt:lpstr>
      <vt:lpstr>Poppins</vt:lpstr>
      <vt:lpstr>Poppins (Body)</vt:lpstr>
      <vt:lpstr>Poppins ExtraLight</vt:lpstr>
      <vt:lpstr>Poppins Light</vt:lpstr>
      <vt:lpstr>Poppins Medium</vt:lpstr>
      <vt:lpstr>Poppins SemiBold</vt:lpstr>
      <vt:lpstr>Sonata One</vt:lpstr>
      <vt:lpstr>Tech Team Structures</vt:lpstr>
      <vt:lpstr>New Team Structures V2</vt:lpstr>
      <vt:lpstr>Current Team Structures </vt:lpstr>
      <vt:lpstr>Roadmap (Working draft tbc)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Sean O'Connor</dc:creator>
  <cp:lastModifiedBy>Sean O'Connor</cp:lastModifiedBy>
  <cp:revision>2</cp:revision>
  <dcterms:created xsi:type="dcterms:W3CDTF">2026-03-23T16:28:51Z</dcterms:created>
  <dcterms:modified xsi:type="dcterms:W3CDTF">2026-05-22T09:39:18Z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0x010100CB6B7472E52C704C9A56CEBFFD6DE161</vt:lpwstr>
  </property>
  <property fmtid="{D5CDD505-2E9C-101B-9397-08002B2CF9AE}" pid="3" name="MediaServiceImageTags">
    <vt:lpwstr/>
  </property>
</Properties>
</file>