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0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0C599C-E684-6F11-2963-3607424F6BEB}" v="26" dt="2026-06-03T18:13:28.012"/>
    <p1510:client id="{D733B44F-CC81-C415-CA0B-6E24B546297D}" v="1" dt="2026-06-04T07:33:17.48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Tait" userId="S::michael.tait@sonataone.com::ed30f893-676d-45d8-be54-6aff471a424b" providerId="AD" clId="Web-{8EA19239-6585-B86B-C91D-CD30E7C8EE29}"/>
    <pc:docChg chg="modSld">
      <pc:chgData name="Michael Tait" userId="S::michael.tait@sonataone.com::ed30f893-676d-45d8-be54-6aff471a424b" providerId="AD" clId="Web-{8EA19239-6585-B86B-C91D-CD30E7C8EE29}" dt="2026-05-28T08:38:27.714" v="19"/>
      <pc:docMkLst>
        <pc:docMk/>
      </pc:docMkLst>
    </pc:docChg>
  </pc:docChgLst>
  <pc:docChgLst>
    <pc:chgData name="Sean O'Connor" userId="S::sean.oconnor@sonataone.com::51b7a59e-7cda-43da-b270-748a6cc35f65" providerId="AD" clId="Web-{BF67A051-A7B1-8807-97DB-8FABE23EA255}"/>
    <pc:docChg chg="modSld">
      <pc:chgData name="Sean O'Connor" userId="S::sean.oconnor@sonataone.com::51b7a59e-7cda-43da-b270-748a6cc35f65" providerId="AD" clId="Web-{BF67A051-A7B1-8807-97DB-8FABE23EA255}" dt="2026-06-01T15:43:31.891" v="21"/>
      <pc:docMkLst>
        <pc:docMk/>
      </pc:docMkLst>
    </pc:docChg>
  </pc:docChgLst>
  <pc:docChgLst>
    <pc:chgData name="Roy Jacobs" userId="S::roy.jacobs@sonataone.com::e846e7cb-07d1-4f17-bed9-e96fd09556fa" providerId="AD" clId="Web-{D733B44F-CC81-C415-CA0B-6E24B546297D}"/>
    <pc:docChg chg="modSld">
      <pc:chgData name="Roy Jacobs" userId="S::roy.jacobs@sonataone.com::e846e7cb-07d1-4f17-bed9-e96fd09556fa" providerId="AD" clId="Web-{D733B44F-CC81-C415-CA0B-6E24B546297D}" dt="2026-06-04T07:33:17.485" v="0"/>
      <pc:docMkLst>
        <pc:docMk/>
      </pc:docMkLst>
      <pc:sldChg chg="modSp">
        <pc:chgData name="Roy Jacobs" userId="S::roy.jacobs@sonataone.com::e846e7cb-07d1-4f17-bed9-e96fd09556fa" providerId="AD" clId="Web-{D733B44F-CC81-C415-CA0B-6E24B546297D}" dt="2026-06-04T07:33:17.485" v="0"/>
        <pc:sldMkLst>
          <pc:docMk/>
          <pc:sldMk cId="3159052047" sldId="261"/>
        </pc:sldMkLst>
        <pc:graphicFrameChg chg="modGraphic">
          <ac:chgData name="Roy Jacobs" userId="S::roy.jacobs@sonataone.com::e846e7cb-07d1-4f17-bed9-e96fd09556fa" providerId="AD" clId="Web-{D733B44F-CC81-C415-CA0B-6E24B546297D}" dt="2026-06-04T07:33:17.485" v="0"/>
          <ac:graphicFrameMkLst>
            <pc:docMk/>
            <pc:sldMk cId="3159052047" sldId="261"/>
            <ac:graphicFrameMk id="4" creationId="{C7D491C1-51B9-C20E-CBE5-197871F85E55}"/>
          </ac:graphicFrameMkLst>
        </pc:graphicFrameChg>
      </pc:sldChg>
    </pc:docChg>
  </pc:docChgLst>
  <pc:docChgLst>
    <pc:chgData name="Sean O'Connor" userId="51b7a59e-7cda-43da-b270-748a6cc35f65" providerId="ADAL" clId="{34ECE9B0-B532-4665-B693-426B1660F778}"/>
    <pc:docChg chg="undo custSel modSld">
      <pc:chgData name="Sean O'Connor" userId="51b7a59e-7cda-43da-b270-748a6cc35f65" providerId="ADAL" clId="{34ECE9B0-B532-4665-B693-426B1660F778}" dt="2026-06-03T18:14:01.564" v="146" actId="13926"/>
      <pc:docMkLst>
        <pc:docMk/>
      </pc:docMkLst>
      <pc:sldChg chg="delSp mod">
        <pc:chgData name="Sean O'Connor" userId="51b7a59e-7cda-43da-b270-748a6cc35f65" providerId="ADAL" clId="{34ECE9B0-B532-4665-B693-426B1660F778}" dt="2026-05-22T07:55:42.493" v="126" actId="478"/>
        <pc:sldMkLst>
          <pc:docMk/>
          <pc:sldMk cId="109857222" sldId="256"/>
        </pc:sldMkLst>
      </pc:sldChg>
      <pc:sldChg chg="modSp mod">
        <pc:chgData name="Sean O'Connor" userId="51b7a59e-7cda-43da-b270-748a6cc35f65" providerId="ADAL" clId="{34ECE9B0-B532-4665-B693-426B1660F778}" dt="2026-06-03T18:14:01.564" v="146" actId="13926"/>
        <pc:sldMkLst>
          <pc:docMk/>
          <pc:sldMk cId="115697981" sldId="260"/>
        </pc:sldMkLst>
        <pc:graphicFrameChg chg="modGraphic">
          <ac:chgData name="Sean O'Connor" userId="51b7a59e-7cda-43da-b270-748a6cc35f65" providerId="ADAL" clId="{34ECE9B0-B532-4665-B693-426B1660F778}" dt="2026-06-03T18:14:01.564" v="146" actId="13926"/>
          <ac:graphicFrameMkLst>
            <pc:docMk/>
            <pc:sldMk cId="115697981" sldId="260"/>
            <ac:graphicFrameMk id="7" creationId="{C4623028-8761-952C-EA10-AC6D899D3A03}"/>
          </ac:graphicFrameMkLst>
        </pc:graphicFrameChg>
      </pc:sldChg>
    </pc:docChg>
  </pc:docChgLst>
  <pc:docChgLst>
    <pc:chgData name="Sean O'Connor" userId="S::sean.oconnor@sonataone.com::51b7a59e-7cda-43da-b270-748a6cc35f65" providerId="AD" clId="Web-{D40C599C-E684-6F11-2963-3607424F6BEB}"/>
    <pc:docChg chg="addSld delSld modSld">
      <pc:chgData name="Sean O'Connor" userId="S::sean.oconnor@sonataone.com::51b7a59e-7cda-43da-b270-748a6cc35f65" providerId="AD" clId="Web-{D40C599C-E684-6F11-2963-3607424F6BEB}" dt="2026-06-03T18:13:26.402" v="15"/>
      <pc:docMkLst>
        <pc:docMk/>
      </pc:docMkLst>
      <pc:sldChg chg="del">
        <pc:chgData name="Sean O'Connor" userId="S::sean.oconnor@sonataone.com::51b7a59e-7cda-43da-b270-748a6cc35f65" providerId="AD" clId="Web-{D40C599C-E684-6F11-2963-3607424F6BEB}" dt="2026-06-03T18:12:23.182" v="11"/>
        <pc:sldMkLst>
          <pc:docMk/>
          <pc:sldMk cId="1887339753" sldId="257"/>
        </pc:sldMkLst>
      </pc:sldChg>
      <pc:sldChg chg="modSp del">
        <pc:chgData name="Sean O'Connor" userId="S::sean.oconnor@sonataone.com::51b7a59e-7cda-43da-b270-748a6cc35f65" providerId="AD" clId="Web-{D40C599C-E684-6F11-2963-3607424F6BEB}" dt="2026-06-03T18:13:20.715" v="13"/>
        <pc:sldMkLst>
          <pc:docMk/>
          <pc:sldMk cId="4069743144" sldId="258"/>
        </pc:sldMkLst>
        <pc:graphicFrameChg chg="mod modGraphic">
          <ac:chgData name="Sean O'Connor" userId="S::sean.oconnor@sonataone.com::51b7a59e-7cda-43da-b270-748a6cc35f65" providerId="AD" clId="Web-{D40C599C-E684-6F11-2963-3607424F6BEB}" dt="2026-06-03T18:10:19.569" v="9"/>
          <ac:graphicFrameMkLst>
            <pc:docMk/>
            <pc:sldMk cId="4069743144" sldId="258"/>
            <ac:graphicFrameMk id="4" creationId="{C7D491C1-51B9-C20E-CBE5-197871F85E55}"/>
          </ac:graphicFrameMkLst>
        </pc:graphicFrameChg>
      </pc:sldChg>
      <pc:sldChg chg="add">
        <pc:chgData name="Sean O'Connor" userId="S::sean.oconnor@sonataone.com::51b7a59e-7cda-43da-b270-748a6cc35f65" providerId="AD" clId="Web-{D40C599C-E684-6F11-2963-3607424F6BEB}" dt="2026-06-03T18:12:19.307" v="10"/>
        <pc:sldMkLst>
          <pc:docMk/>
          <pc:sldMk cId="115697981" sldId="260"/>
        </pc:sldMkLst>
      </pc:sldChg>
      <pc:sldChg chg="modSp add">
        <pc:chgData name="Sean O'Connor" userId="S::sean.oconnor@sonataone.com::51b7a59e-7cda-43da-b270-748a6cc35f65" providerId="AD" clId="Web-{D40C599C-E684-6F11-2963-3607424F6BEB}" dt="2026-06-03T18:13:26.402" v="15"/>
        <pc:sldMkLst>
          <pc:docMk/>
          <pc:sldMk cId="3159052047" sldId="261"/>
        </pc:sldMkLst>
        <pc:graphicFrameChg chg="mod modGraphic">
          <ac:chgData name="Sean O'Connor" userId="S::sean.oconnor@sonataone.com::51b7a59e-7cda-43da-b270-748a6cc35f65" providerId="AD" clId="Web-{D40C599C-E684-6F11-2963-3607424F6BEB}" dt="2026-06-03T18:13:26.402" v="15"/>
          <ac:graphicFrameMkLst>
            <pc:docMk/>
            <pc:sldMk cId="3159052047" sldId="261"/>
            <ac:graphicFrameMk id="4" creationId="{C7D491C1-51B9-C20E-CBE5-197871F85E5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27967"/>
            <a:ext cx="3593726" cy="6020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0CC16794-333F-0F82-9D91-2F21917881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6056" y="5047064"/>
            <a:ext cx="3575050" cy="982133"/>
          </a:xfrm>
        </p:spPr>
        <p:txBody>
          <a:bodyPr lIns="0" r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1380E0-E09F-CE02-C570-38B978C5F798}"/>
              </a:ext>
            </a:extLst>
          </p:cNvPr>
          <p:cNvCxnSpPr>
            <a:cxnSpLocks/>
          </p:cNvCxnSpPr>
          <p:nvPr/>
        </p:nvCxnSpPr>
        <p:spPr>
          <a:xfrm flipV="1">
            <a:off x="6926056" y="4928532"/>
            <a:ext cx="0" cy="19294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1">
            <a:extLst>
              <a:ext uri="{FF2B5EF4-FFF2-40B4-BE49-F238E27FC236}">
                <a16:creationId xmlns:a16="http://schemas.microsoft.com/office/drawing/2014/main" id="{2C1AE6E8-3CDD-8F11-C4F9-C54F24BB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6624" y="2214575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3F2A61-7298-0543-86D5-748C86D79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26056" y="4256289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B1A724-2CB4-FA5F-3973-09D1AE34D0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6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81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436">
          <p15:clr>
            <a:srgbClr val="FBAE40"/>
          </p15:clr>
        </p15:guide>
        <p15:guide id="8" orient="horz" pos="388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27967"/>
            <a:ext cx="3593726" cy="6020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0CC16794-333F-0F82-9D91-2F21917881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6054" y="5047064"/>
            <a:ext cx="3575050" cy="982133"/>
          </a:xfrm>
        </p:spPr>
        <p:txBody>
          <a:bodyPr lIns="0" r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1380E0-E09F-CE02-C570-38B978C5F798}"/>
              </a:ext>
            </a:extLst>
          </p:cNvPr>
          <p:cNvCxnSpPr>
            <a:cxnSpLocks/>
          </p:cNvCxnSpPr>
          <p:nvPr/>
        </p:nvCxnSpPr>
        <p:spPr>
          <a:xfrm flipV="1">
            <a:off x="6926054" y="4928532"/>
            <a:ext cx="0" cy="19294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1">
            <a:extLst>
              <a:ext uri="{FF2B5EF4-FFF2-40B4-BE49-F238E27FC236}">
                <a16:creationId xmlns:a16="http://schemas.microsoft.com/office/drawing/2014/main" id="{2C1AE6E8-3CDD-8F11-C4F9-C54F24BB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6622" y="2214575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3F2A61-7298-0543-86D5-748C86D79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26054" y="4256289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671E5B-EE28-8BC2-ED72-125C97C7EB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565FF4-A2FD-9B3A-003A-5787285C3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64" t="19016" b="19016"/>
          <a:stretch/>
        </p:blipFill>
        <p:spPr>
          <a:xfrm>
            <a:off x="0" y="0"/>
            <a:ext cx="6378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39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81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436">
          <p15:clr>
            <a:srgbClr val="FBAE40"/>
          </p15:clr>
        </p15:guide>
        <p15:guide id="8" orient="horz" pos="388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85DB5CB7-13A4-F296-5C8D-5DD8DE56F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64" t="19016" b="19016"/>
          <a:stretch/>
        </p:blipFill>
        <p:spPr>
          <a:xfrm>
            <a:off x="0" y="0"/>
            <a:ext cx="6378574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27967"/>
            <a:ext cx="3593726" cy="6020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38" name="Title 11">
            <a:extLst>
              <a:ext uri="{FF2B5EF4-FFF2-40B4-BE49-F238E27FC236}">
                <a16:creationId xmlns:a16="http://schemas.microsoft.com/office/drawing/2014/main" id="{45018BA8-5CF5-12B6-8FD4-E2B343E6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764" y="2213643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77AD6BC1-31E9-C5BB-E2B2-DA9E04CBE0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6196" y="4255357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ZA"/>
              <a:t>January 2025</a:t>
            </a:r>
            <a:endParaRPr lang="en-GB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A28ACC3-C88C-E4A8-26D4-04168072B2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34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pos="402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85DB5CB7-13A4-F296-5C8D-5DD8DE56F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64" t="19016" b="19016"/>
          <a:stretch/>
        </p:blipFill>
        <p:spPr>
          <a:xfrm>
            <a:off x="0" y="0"/>
            <a:ext cx="6378574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31467"/>
            <a:ext cx="3593726" cy="59506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solidFill>
            <a:schemeClr val="accent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38" name="Title 11">
            <a:extLst>
              <a:ext uri="{FF2B5EF4-FFF2-40B4-BE49-F238E27FC236}">
                <a16:creationId xmlns:a16="http://schemas.microsoft.com/office/drawing/2014/main" id="{45018BA8-5CF5-12B6-8FD4-E2B343E6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764" y="2213643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77AD6BC1-31E9-C5BB-E2B2-DA9E04CBE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16196" y="4255357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A28ACC3-C88C-E4A8-26D4-04168072B2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59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pos="402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6EE60C-472B-C9A7-19E4-5BA15E782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7" t="19033" r="39512" b="19149"/>
          <a:stretch/>
        </p:blipFill>
        <p:spPr>
          <a:xfrm>
            <a:off x="5408613" y="0"/>
            <a:ext cx="678338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695" y="1830820"/>
            <a:ext cx="3983350" cy="213530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95" y="3977645"/>
            <a:ext cx="3983350" cy="573719"/>
          </a:xfr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chemeClr val="accent2"/>
                </a:solidFill>
                <a:latin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42FD8-0D2E-B5DF-C5D4-427FFF5C8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25D0892-090B-4820-EFBF-4402DA6AD3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0095" y="5035972"/>
            <a:ext cx="3575050" cy="98213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742D9C-6330-46DC-8E1F-77D6D6E3C788}"/>
              </a:ext>
            </a:extLst>
          </p:cNvPr>
          <p:cNvCxnSpPr>
            <a:cxnSpLocks/>
          </p:cNvCxnSpPr>
          <p:nvPr/>
        </p:nvCxnSpPr>
        <p:spPr>
          <a:xfrm flipV="1">
            <a:off x="607695" y="4927600"/>
            <a:ext cx="0" cy="192946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41EEBB1-B7F3-B7A4-A196-CD6DE6325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8162" y="3131467"/>
            <a:ext cx="3593726" cy="595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6B75E3-5C55-7E79-D40A-3E6BC93CF9A5}"/>
              </a:ext>
            </a:extLst>
          </p:cNvPr>
          <p:cNvSpPr txBox="1"/>
          <p:nvPr/>
        </p:nvSpPr>
        <p:spPr>
          <a:xfrm>
            <a:off x="7786210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5DAF35-6178-5088-AAF7-28257A339753}"/>
              </a:ext>
            </a:extLst>
          </p:cNvPr>
          <p:cNvCxnSpPr>
            <a:cxnSpLocks/>
          </p:cNvCxnSpPr>
          <p:nvPr/>
        </p:nvCxnSpPr>
        <p:spPr>
          <a:xfrm flipV="1">
            <a:off x="760095" y="5080000"/>
            <a:ext cx="0" cy="19294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04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orient="horz" pos="26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6EE60C-472B-C9A7-19E4-5BA15E782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19" t="19045" r="-1" b="19285"/>
          <a:stretch/>
        </p:blipFill>
        <p:spPr>
          <a:xfrm rot="10800000">
            <a:off x="5421578" y="0"/>
            <a:ext cx="67704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695" y="1830820"/>
            <a:ext cx="3983350" cy="213530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95" y="3977645"/>
            <a:ext cx="3983350" cy="573719"/>
          </a:xfr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42FD8-0D2E-B5DF-C5D4-427FFF5C8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25D0892-090B-4820-EFBF-4402DA6AD3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7960" y="5035972"/>
            <a:ext cx="3575050" cy="9821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742D9C-6330-46DC-8E1F-77D6D6E3C788}"/>
              </a:ext>
            </a:extLst>
          </p:cNvPr>
          <p:cNvCxnSpPr>
            <a:cxnSpLocks/>
          </p:cNvCxnSpPr>
          <p:nvPr/>
        </p:nvCxnSpPr>
        <p:spPr>
          <a:xfrm flipV="1">
            <a:off x="607695" y="4927600"/>
            <a:ext cx="0" cy="192946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06F9C5F-E285-A110-F7D9-AD9B780AAB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8162" y="3131467"/>
            <a:ext cx="3593726" cy="595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BDAEFD-85C7-FE1D-8DF9-91977987AE93}"/>
              </a:ext>
            </a:extLst>
          </p:cNvPr>
          <p:cNvSpPr txBox="1"/>
          <p:nvPr/>
        </p:nvSpPr>
        <p:spPr>
          <a:xfrm>
            <a:off x="7786210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</p:spTree>
    <p:extLst>
      <p:ext uri="{BB962C8B-B14F-4D97-AF65-F5344CB8AC3E}">
        <p14:creationId xmlns:p14="http://schemas.microsoft.com/office/powerpoint/2010/main" val="324290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orient="horz" pos="26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670"/>
            <a:ext cx="12192000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E0B2E8-3D39-9EAF-2EAE-27AFDFF25F62}"/>
              </a:ext>
            </a:extLst>
          </p:cNvPr>
          <p:cNvSpPr txBox="1"/>
          <p:nvPr/>
        </p:nvSpPr>
        <p:spPr>
          <a:xfrm>
            <a:off x="587375" y="5870531"/>
            <a:ext cx="3007604" cy="3000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5395A6-1E93-DB50-B1E2-6923C4006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7E1A67A2-377F-430E-149A-9EB81C296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695" y="2394888"/>
            <a:ext cx="3983350" cy="15738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5F66D099-3559-68CE-F4E4-40B38F038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95" y="3966364"/>
            <a:ext cx="3983350" cy="573719"/>
          </a:xfr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chemeClr val="accent2"/>
                </a:solidFill>
                <a:latin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5F01FE-FFE0-A304-AF2B-B785B58FE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8162" y="3131467"/>
            <a:ext cx="3593726" cy="5950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6DCEFF-DEA6-1E0D-10C2-D63EC46407A3}"/>
              </a:ext>
            </a:extLst>
          </p:cNvPr>
          <p:cNvSpPr txBox="1"/>
          <p:nvPr/>
        </p:nvSpPr>
        <p:spPr>
          <a:xfrm>
            <a:off x="7786210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</p:spTree>
    <p:extLst>
      <p:ext uri="{BB962C8B-B14F-4D97-AF65-F5344CB8AC3E}">
        <p14:creationId xmlns:p14="http://schemas.microsoft.com/office/powerpoint/2010/main" val="3309544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orient="horz" pos="26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tx2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5636"/>
            <a:ext cx="3593726" cy="6020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1227591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4086155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tx2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1818810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546B45-55A1-2091-E2F1-40D94FD54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2469668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5D7FCBF-7EAE-EFF9-9E1A-92B03E746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9" t="21406" r="-1" b="-756"/>
          <a:stretch/>
        </p:blipFill>
        <p:spPr>
          <a:xfrm flipH="1" flipV="1">
            <a:off x="7151428" y="0"/>
            <a:ext cx="5040571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36AF74-6AAF-0614-D661-B83E29F47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1B9932F-93FB-9DB8-3F06-A62A9230B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D6F677B-E370-291C-F0A0-D8CE75E5E9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4D3E39-39AC-713F-3D9D-C0B0F9992D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1756FA1-E90E-AB12-4EFB-6BED2A05DC73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A88490-BC76-9847-1908-3611AA1C1C78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1785953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5AD7FA-D719-CA39-418A-D205FAD25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9" t="21406" r="-1" b="-756"/>
          <a:stretch/>
        </p:blipFill>
        <p:spPr>
          <a:xfrm flipH="1" flipV="1">
            <a:off x="7151428" y="0"/>
            <a:ext cx="5040571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AB11FC6-14E4-AC5B-90D1-65F0E0D97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CB7A94E-0BEA-0300-23CF-CAD060673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8C84F663-B12D-33C0-9B57-2CD2E4750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42064ED-FF2E-889B-206B-78FBE8234A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22310E3-CDD0-1A85-B6DE-4FB457780A41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1E497B-2EB5-7149-CAC3-A842F18A8A84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650068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9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864560-F34C-E2D5-4FB3-75CB641A84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758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AB11FC6-14E4-AC5B-90D1-65F0E0D97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CB7A94E-0BEA-0300-23CF-CAD060673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8C84F663-B12D-33C0-9B57-2CD2E4750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42064ED-FF2E-889B-206B-78FBE8234A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22310E3-CDD0-1A85-B6DE-4FB457780A41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1E497B-2EB5-7149-CAC3-A842F18A8A84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360293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9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0905"/>
            <a:ext cx="2397675" cy="40168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4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E46D95-0D80-C9BA-0198-C21D5BD31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60" y="489986"/>
            <a:ext cx="1541835" cy="636801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8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90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0905"/>
            <a:ext cx="2397675" cy="40168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4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0BBDA71-D6FF-B182-69D2-614A636BD3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7534" y="2664187"/>
            <a:ext cx="1696403" cy="169545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52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E46D95-0D80-C9BA-0198-C21D5BD31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60" y="489986"/>
            <a:ext cx="1541835" cy="636801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07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5DFF97F-90BA-2E34-20A7-59F5047BFB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7534" y="2664187"/>
            <a:ext cx="1696403" cy="169545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79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2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FA687-11F4-D3D4-8EA2-CC2C4F3B53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758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87B84A-7AE5-3ABB-E2C4-35A64521E5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E46D95-0D80-C9BA-0198-C21D5BD31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60" y="489986"/>
            <a:ext cx="1541835" cy="636801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546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3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D0EB5D-BEDC-5AD0-316C-B088627066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758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5DFF97F-90BA-2E34-20A7-59F5047BFB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7534" y="2664187"/>
            <a:ext cx="1696403" cy="169545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61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Description automatically generated">
            <a:extLst>
              <a:ext uri="{FF2B5EF4-FFF2-40B4-BE49-F238E27FC236}">
                <a16:creationId xmlns:a16="http://schemas.microsoft.com/office/drawing/2014/main" id="{15924B9B-C23E-3276-0542-0CE580979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t="6435" r="31915" b="13846"/>
          <a:stretch/>
        </p:blipFill>
        <p:spPr>
          <a:xfrm rot="10800000" flipV="1">
            <a:off x="0" y="0"/>
            <a:ext cx="585664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8D8330-37BF-3C31-9269-1827ED461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38" y="2787979"/>
            <a:ext cx="2430639" cy="1282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6EFB93-658E-5BCE-CC66-523FEC9DD93E}"/>
              </a:ext>
            </a:extLst>
          </p:cNvPr>
          <p:cNvSpPr txBox="1"/>
          <p:nvPr/>
        </p:nvSpPr>
        <p:spPr>
          <a:xfrm>
            <a:off x="601074" y="4206110"/>
            <a:ext cx="3833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</a:t>
            </a:r>
            <a:r>
              <a:rPr lang="en-US" sz="16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16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Private Funds Clearinghouse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DA5C52-9DC1-4B09-BEB5-D305F44C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6" y="228129"/>
            <a:ext cx="5521063" cy="2601606"/>
          </a:xfrm>
        </p:spPr>
        <p:txBody>
          <a:bodyPr>
            <a:normAutofit/>
          </a:bodyPr>
          <a:lstStyle>
            <a:lvl1pPr algn="l">
              <a:defRPr sz="2800" b="0" i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C594D6B-6923-00E5-D372-E44071384A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26467" y="2863330"/>
            <a:ext cx="5521063" cy="1406879"/>
          </a:xfrm>
        </p:spPr>
        <p:txBody>
          <a:bodyPr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BDD0E-0E84-B02E-4BB2-8D39C3556D6F}"/>
              </a:ext>
            </a:extLst>
          </p:cNvPr>
          <p:cNvSpPr txBox="1"/>
          <p:nvPr/>
        </p:nvSpPr>
        <p:spPr>
          <a:xfrm>
            <a:off x="6126467" y="5870531"/>
            <a:ext cx="3007604" cy="3000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2541620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  <p15:guide id="4" pos="2683">
          <p15:clr>
            <a:srgbClr val="FBAE40"/>
          </p15:clr>
        </p15:guide>
        <p15:guide id="5" pos="7265">
          <p15:clr>
            <a:srgbClr val="FBAE40"/>
          </p15:clr>
        </p15:guide>
        <p15:guide id="6" orient="horz" pos="414">
          <p15:clr>
            <a:srgbClr val="FBAE40"/>
          </p15:clr>
        </p15:guide>
        <p15:guide id="7" orient="horz" pos="39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rcular object with a black background&#10;&#10;Description automatically generated">
            <a:extLst>
              <a:ext uri="{FF2B5EF4-FFF2-40B4-BE49-F238E27FC236}">
                <a16:creationId xmlns:a16="http://schemas.microsoft.com/office/drawing/2014/main" id="{63558F40-80F6-0FE4-6779-CA596835B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3" t="41026" r="-1474" b="2472"/>
          <a:stretch/>
        </p:blipFill>
        <p:spPr>
          <a:xfrm rot="10800000">
            <a:off x="5269832" y="-1"/>
            <a:ext cx="6922168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7CCD3-AB5F-BC5D-FB44-EA11C07FB887}"/>
              </a:ext>
            </a:extLst>
          </p:cNvPr>
          <p:cNvSpPr txBox="1"/>
          <p:nvPr/>
        </p:nvSpPr>
        <p:spPr>
          <a:xfrm>
            <a:off x="7493117" y="5755024"/>
            <a:ext cx="4339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</a:t>
            </a:r>
            <a:r>
              <a:rPr lang="en-US" sz="16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16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Private Funds Clearinghouse</a:t>
            </a:r>
          </a:p>
        </p:txBody>
      </p:sp>
      <p:sp>
        <p:nvSpPr>
          <p:cNvPr id="11" name="Title 11">
            <a:extLst>
              <a:ext uri="{FF2B5EF4-FFF2-40B4-BE49-F238E27FC236}">
                <a16:creationId xmlns:a16="http://schemas.microsoft.com/office/drawing/2014/main" id="{607CAD64-4B59-330D-BBA9-1DB19DF9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8" y="555813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444EBFE-BC7A-778C-E021-F155C56CFF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50" y="2762025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BAAE03-0CCF-5AF1-6A0C-0569567052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174" y="5110360"/>
            <a:ext cx="1851262" cy="9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4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  <p15:guide id="4" pos="268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558F40-80F6-0FE4-6779-CA596835B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7" t="47363" r="1" b="245"/>
          <a:stretch/>
        </p:blipFill>
        <p:spPr>
          <a:xfrm rot="10800000">
            <a:off x="5269832" y="-1"/>
            <a:ext cx="6922168" cy="6858000"/>
          </a:xfrm>
          <a:prstGeom prst="rect">
            <a:avLst/>
          </a:prstGeom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F2EE5A04-7F0E-09B2-5AE0-7CABFEAC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8" y="555813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8E3011-5E5A-5E20-16B9-425AFA47B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50" y="2762025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B775B-408A-A972-D9EB-2D96ED933511}"/>
              </a:ext>
            </a:extLst>
          </p:cNvPr>
          <p:cNvSpPr txBox="1"/>
          <p:nvPr/>
        </p:nvSpPr>
        <p:spPr>
          <a:xfrm>
            <a:off x="7493117" y="5755024"/>
            <a:ext cx="4339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</a:t>
            </a:r>
            <a:r>
              <a:rPr lang="en-US" sz="16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16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Private Funds Clearinghouse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74166-7D99-226C-4FD7-DC0D8F5115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174" y="5110360"/>
            <a:ext cx="1851262" cy="9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7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  <p15:guide id="4" pos="26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12DB4-4E2D-3B90-473C-67FEE7635F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96" y="537367"/>
            <a:ext cx="3975100" cy="2122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995" y="2659502"/>
            <a:ext cx="3975101" cy="3245994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35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12DB4-4E2D-3B90-473C-67FEE7635F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26FF6-F411-00F7-409E-C1F471E7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2" y="537368"/>
            <a:ext cx="3679313" cy="12342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F10988BD-20BA-21A7-33D2-865DA6C99E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85782" y="1771607"/>
            <a:ext cx="3679314" cy="4133889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442E96-D0D1-5B63-A830-5FC1E31EA38C}"/>
              </a:ext>
            </a:extLst>
          </p:cNvPr>
          <p:cNvCxnSpPr>
            <a:cxnSpLocks/>
          </p:cNvCxnSpPr>
          <p:nvPr/>
        </p:nvCxnSpPr>
        <p:spPr>
          <a:xfrm flipV="1">
            <a:off x="471055" y="1357293"/>
            <a:ext cx="0" cy="37291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522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96" y="537367"/>
            <a:ext cx="3975100" cy="2122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accent3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995" y="2659502"/>
            <a:ext cx="3975101" cy="3245994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535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3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2" y="537368"/>
            <a:ext cx="3679313" cy="12342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accent3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85782" y="1771607"/>
            <a:ext cx="3679314" cy="4133889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025402-176D-9EE9-27CD-2148296C17C6}"/>
              </a:ext>
            </a:extLst>
          </p:cNvPr>
          <p:cNvCxnSpPr>
            <a:cxnSpLocks/>
          </p:cNvCxnSpPr>
          <p:nvPr/>
        </p:nvCxnSpPr>
        <p:spPr>
          <a:xfrm flipV="1">
            <a:off x="471055" y="1357293"/>
            <a:ext cx="0" cy="37291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57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96" y="537367"/>
            <a:ext cx="3975100" cy="2122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accent4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accent4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995" y="2659502"/>
            <a:ext cx="3975101" cy="3245994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9031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7295-E41E-65C5-AE0E-0BBA85A24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 b="0" i="0">
                <a:latin typeface="Poppins" pitchFamily="2" charset="77"/>
              </a:defRPr>
            </a:lvl1pPr>
            <a:lvl2pPr>
              <a:defRPr sz="1400" b="0" i="0">
                <a:latin typeface="Poppins" pitchFamily="2" charset="77"/>
              </a:defRPr>
            </a:lvl2pPr>
            <a:lvl3pPr>
              <a:defRPr sz="1200" b="0" i="0">
                <a:latin typeface="Poppins" pitchFamily="2" charset="77"/>
              </a:defRPr>
            </a:lvl3pPr>
            <a:lvl4pPr>
              <a:defRPr sz="1100" b="0" i="0">
                <a:latin typeface="Poppins" pitchFamily="2" charset="77"/>
              </a:defRPr>
            </a:lvl4pPr>
            <a:lvl5pPr>
              <a:defRPr sz="1100"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19DF68-1FD2-DE8C-B533-7FC51A56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9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8A2D7-1804-F50C-68C8-4928A37352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0D4B51-698B-83C0-BAF1-6812DFBC1DF4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CCB23B-7EE0-3CEF-361B-F020C32F2F3A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5313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0D4B51-698B-83C0-BAF1-6812DFBC1DF4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CCB23B-7EE0-3CEF-361B-F020C32F2F3A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641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8A2D7-1804-F50C-68C8-4928A37352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04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5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8A2D7-1804-F50C-68C8-4928A37352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422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D4249-59BA-9C69-1169-0B9AFAF585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261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703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D417E-2F58-C563-8E74-D9B96EC47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0AC24BFB-2A5F-8DC8-3C0C-B77CF425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DEA75A-F804-FACA-8701-70C596361226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30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A1CB82-E3BE-14FA-B5F8-A748AF2B8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4B5802AB-DB65-0CAD-45FE-F0EFE4FF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3F96D6-1944-B341-0875-D9462881036F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868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8_Section Header">
    <p:bg>
      <p:bgPr>
        <a:gradFill flip="none" rotWithShape="1">
          <a:gsLst>
            <a:gs pos="0">
              <a:schemeClr val="accent2"/>
            </a:gs>
            <a:gs pos="88000">
              <a:schemeClr val="tx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F4E000-C217-E2E1-5CC0-010BF4D03D1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F3ACD7-FEC0-A211-453F-F7F4E956C0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373BF529-FA4C-35CF-5C69-80A1F9D4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5EA296-0955-8A5B-2441-B651A1C0BA2A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37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536D1-BCF9-9533-8195-3E0F862F62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47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7295-E41E-65C5-AE0E-0BBA85A24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665"/>
            <a:ext cx="5257800" cy="4351338"/>
          </a:xfrm>
        </p:spPr>
        <p:txBody>
          <a:bodyPr anchor="ctr"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19DF68-1FD2-DE8C-B533-7FC51A56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A24D8E6-5685-4A25-AE8C-4ABA5C4EA5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7950" y="2160588"/>
            <a:ext cx="4926013" cy="2789237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98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D516-B5F0-AC49-359F-73E28D25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8630-7FEF-FF80-A734-1F0F4A0BE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05333-3AA2-3872-1A87-4CE311E0A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93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C86E-400E-736F-3EDD-291CF629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4984"/>
            <a:ext cx="10515600" cy="9298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C4C5B-D072-C450-E04A-D0713F4B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CD5C5-2BC1-D8B4-4382-5AEB4C15E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17684-E985-7799-AC22-86DF707BF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D1F9F-240E-E713-E700-3E83EC1FA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3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165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119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16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A1CB82-E3BE-14FA-B5F8-A748AF2B8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63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12152C-880F-DEA5-6112-D861101A47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94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F4C888-6861-A9CE-B668-A77146314C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C2708D-D87B-D2AB-00AD-AF475DF676F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081D8E-792F-E66E-05FD-31FF182950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00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D417E-2F58-C563-8E74-D9B96EC47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16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D417E-2F58-C563-8E74-D9B96EC47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49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5_Section Header">
    <p:bg>
      <p:bgPr>
        <a:gradFill flip="none" rotWithShape="1">
          <a:gsLst>
            <a:gs pos="0">
              <a:schemeClr val="accent2"/>
            </a:gs>
            <a:gs pos="88000">
              <a:schemeClr val="tx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F4E000-C217-E2E1-5CC0-010BF4D03D1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F3ACD7-FEC0-A211-453F-F7F4E956C0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76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16AA-44C7-EE38-B544-3F162DB7E8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57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16AA-44C7-EE38-B544-3F162DB7E8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52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1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16AA-44C7-EE38-B544-3F162DB7E8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50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27D03E-EDE2-6C4B-34F1-86095FC390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0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7295-E41E-65C5-AE0E-0BBA85A24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 anchor="ctr"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19DF68-1FD2-DE8C-B533-7FC51A56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A24D8E6-5685-4A25-AE8C-4ABA5C4EA5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7950" y="2160588"/>
            <a:ext cx="4926013" cy="2789237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4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13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2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9787D5-68A1-CF5A-7BF7-A9D1C05ACA44}"/>
              </a:ext>
            </a:extLst>
          </p:cNvPr>
          <p:cNvPicPr>
            <a:picLocks noChangeAspect="1"/>
          </p:cNvPicPr>
          <p:nvPr/>
        </p:nvPicPr>
        <p:blipFill>
          <a:blip r:embed="rId6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15C98-252B-B458-46DB-64F7BFB60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C8163F-B0B8-5DDB-215E-E30590410C68}"/>
              </a:ext>
            </a:extLst>
          </p:cNvPr>
          <p:cNvPicPr>
            <a:picLocks noChangeAspect="1"/>
          </p:cNvPicPr>
          <p:nvPr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E0A42-186D-0D08-FD6C-60CE5A37D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5990"/>
            <a:ext cx="10515600" cy="5070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DB2A3F-6FC1-2836-FB3D-40D564861059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DF8902-DCCC-A949-6E7D-28F63F13B31E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1928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chemeClr val="tx2"/>
          </a:solidFill>
          <a:latin typeface="Poppins Light" pitchFamily="2" charset="77"/>
          <a:ea typeface="Baskerville" panose="02020502070401020303" pitchFamily="18" charset="0"/>
          <a:cs typeface="Poppins Light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1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1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Tech Team Structures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4623028-8761-952C-EA10-AC6D899D3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7691987"/>
              </p:ext>
            </p:extLst>
          </p:nvPr>
        </p:nvGraphicFramePr>
        <p:xfrm>
          <a:off x="136183" y="699640"/>
          <a:ext cx="11919633" cy="6158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14375">
                  <a:extLst>
                    <a:ext uri="{9D8B030D-6E8A-4147-A177-3AD203B41FA5}">
                      <a16:colId xmlns:a16="http://schemas.microsoft.com/office/drawing/2014/main" val="1867993506"/>
                    </a:ext>
                  </a:extLst>
                </a:gridCol>
                <a:gridCol w="1893499">
                  <a:extLst>
                    <a:ext uri="{9D8B030D-6E8A-4147-A177-3AD203B41FA5}">
                      <a16:colId xmlns:a16="http://schemas.microsoft.com/office/drawing/2014/main" val="2217184748"/>
                    </a:ext>
                  </a:extLst>
                </a:gridCol>
                <a:gridCol w="1670042">
                  <a:extLst>
                    <a:ext uri="{9D8B030D-6E8A-4147-A177-3AD203B41FA5}">
                      <a16:colId xmlns:a16="http://schemas.microsoft.com/office/drawing/2014/main" val="1525232023"/>
                    </a:ext>
                  </a:extLst>
                </a:gridCol>
                <a:gridCol w="1528912">
                  <a:extLst>
                    <a:ext uri="{9D8B030D-6E8A-4147-A177-3AD203B41FA5}">
                      <a16:colId xmlns:a16="http://schemas.microsoft.com/office/drawing/2014/main" val="3311886826"/>
                    </a:ext>
                  </a:extLst>
                </a:gridCol>
                <a:gridCol w="1364261">
                  <a:extLst>
                    <a:ext uri="{9D8B030D-6E8A-4147-A177-3AD203B41FA5}">
                      <a16:colId xmlns:a16="http://schemas.microsoft.com/office/drawing/2014/main" val="1155664601"/>
                    </a:ext>
                  </a:extLst>
                </a:gridCol>
                <a:gridCol w="1508329">
                  <a:extLst>
                    <a:ext uri="{9D8B030D-6E8A-4147-A177-3AD203B41FA5}">
                      <a16:colId xmlns:a16="http://schemas.microsoft.com/office/drawing/2014/main" val="2947439287"/>
                    </a:ext>
                  </a:extLst>
                </a:gridCol>
                <a:gridCol w="1924827">
                  <a:extLst>
                    <a:ext uri="{9D8B030D-6E8A-4147-A177-3AD203B41FA5}">
                      <a16:colId xmlns:a16="http://schemas.microsoft.com/office/drawing/2014/main" val="476925485"/>
                    </a:ext>
                  </a:extLst>
                </a:gridCol>
                <a:gridCol w="1015388">
                  <a:extLst>
                    <a:ext uri="{9D8B030D-6E8A-4147-A177-3AD203B41FA5}">
                      <a16:colId xmlns:a16="http://schemas.microsoft.com/office/drawing/2014/main" val="502168493"/>
                    </a:ext>
                  </a:extLst>
                </a:gridCol>
              </a:tblGrid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1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2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3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4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BAU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extLst>
                  <a:ext uri="{0D108BD9-81ED-4DB2-BD59-A6C34878D82A}">
                    <a16:rowId xmlns:a16="http://schemas.microsoft.com/office/drawing/2014/main" val="4082433089"/>
                  </a:ext>
                </a:extLst>
              </a:tr>
              <a:tr h="6986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Theme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Platform/central services/Software only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Managed/Analyst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TA/investor/buy button/profile review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4634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PO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Matt Jones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New PO 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Luke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New BA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0810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Team Lead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Marco Cannon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Pascal 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Ramoojee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Phillip Panton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Ben Stokoe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Attiya Dubarry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Charan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Frans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5661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QA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Abhinav/Chris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Roy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Poppins (Body)"/>
                        <a:cs typeface="Poppins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latin typeface="Poppins (Body)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Muneeb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Roy/</a:t>
                      </a:r>
                      <a:r>
                        <a:rPr lang="en-US" sz="1200">
                          <a:latin typeface="Poppins (Body)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Muneeb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Chris/Abhinav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15128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FE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Poppins (Body)"/>
                        </a:rPr>
                        <a:t>John Summers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Oleksii Umanets - NIX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Tomasz 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Ciborski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 -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Volodymyr Kozlov - NIX</a:t>
                      </a:r>
                      <a:endParaRPr lang="en-US" sz="1200"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321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 (Body)"/>
                        </a:rPr>
                        <a:t>New FE Dev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Marta </a:t>
                      </a:r>
                      <a:r>
                        <a:rPr lang="en-GB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Kirschenstein</a:t>
                      </a: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 - NIX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Poppins (Body)"/>
                        <a:cs typeface="Poppins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Mateusz Kania –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Poppins (Body)"/>
                        </a:rPr>
                        <a:t>New FE Dev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039242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Avinaash Gopaul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Oleg 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Kushynskyy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-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Matthew Oliver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Poppins (Body)"/>
                        <a:cs typeface="Poppins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Tom Owen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Aakash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294135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Amar Madela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Aleksander Paszkiewicz -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Dawie Behm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Michał 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Ciążyński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-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Aditi Gupta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97331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Michal Kudanowski -NIX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Rakesh Chavda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Krzysztof 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Mądry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 -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Bongani Nyoni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Masum Ahammed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30452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Maksym </a:t>
                      </a:r>
                      <a:r>
                        <a:rPr lang="en-GB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Lazorenko</a:t>
                      </a: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 – NIX</a:t>
                      </a:r>
                      <a:endParaRPr lang="en-US" sz="1200"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Maksym Vlasenko -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Piotr Romanowski – NIX (potential to be FS)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Bhavik Thakkar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5500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DevOps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Poppins (Body)"/>
                        </a:rPr>
                        <a:t>Robert/Lukasz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latin typeface="Poppins (Body)"/>
                        </a:rPr>
                        <a:t>Robert/Lukasz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latin typeface="Poppins (Body)"/>
                        </a:rPr>
                        <a:t>Robert/Lukasz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latin typeface="Poppins (Body)"/>
                        </a:rPr>
                        <a:t>Robert/Lukasz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latin typeface="Poppins (Body)"/>
                        </a:rPr>
                        <a:t>Robert/Lukasz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latin typeface="Poppins (Body)"/>
                        </a:rPr>
                        <a:t>Robert/Lukasz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664447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Design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Raul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Raul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1453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Project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059232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9A42A8D-9231-8EEC-DEEE-D01BFDF8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743"/>
            <a:ext cx="10515600" cy="779463"/>
          </a:xfrm>
        </p:spPr>
        <p:txBody>
          <a:bodyPr/>
          <a:lstStyle/>
          <a:p>
            <a:r>
              <a:rPr lang="en-US"/>
              <a:t>New Team Structures V2</a:t>
            </a:r>
          </a:p>
        </p:txBody>
      </p:sp>
    </p:spTree>
    <p:extLst>
      <p:ext uri="{BB962C8B-B14F-4D97-AF65-F5344CB8AC3E}">
        <p14:creationId xmlns:p14="http://schemas.microsoft.com/office/powerpoint/2010/main" val="115697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4D29-04E5-97D9-F548-3AF83F33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606FC04-B3EB-D220-2E87-223FB2F9D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964128"/>
              </p:ext>
            </p:extLst>
          </p:nvPr>
        </p:nvGraphicFramePr>
        <p:xfrm>
          <a:off x="179791" y="1290854"/>
          <a:ext cx="11671855" cy="55843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02188">
                  <a:extLst>
                    <a:ext uri="{9D8B030D-6E8A-4147-A177-3AD203B41FA5}">
                      <a16:colId xmlns:a16="http://schemas.microsoft.com/office/drawing/2014/main" val="1867993506"/>
                    </a:ext>
                  </a:extLst>
                </a:gridCol>
                <a:gridCol w="1870750">
                  <a:extLst>
                    <a:ext uri="{9D8B030D-6E8A-4147-A177-3AD203B41FA5}">
                      <a16:colId xmlns:a16="http://schemas.microsoft.com/office/drawing/2014/main" val="2217184748"/>
                    </a:ext>
                  </a:extLst>
                </a:gridCol>
                <a:gridCol w="1649978">
                  <a:extLst>
                    <a:ext uri="{9D8B030D-6E8A-4147-A177-3AD203B41FA5}">
                      <a16:colId xmlns:a16="http://schemas.microsoft.com/office/drawing/2014/main" val="1525232023"/>
                    </a:ext>
                  </a:extLst>
                </a:gridCol>
                <a:gridCol w="1510544">
                  <a:extLst>
                    <a:ext uri="{9D8B030D-6E8A-4147-A177-3AD203B41FA5}">
                      <a16:colId xmlns:a16="http://schemas.microsoft.com/office/drawing/2014/main" val="3311886826"/>
                    </a:ext>
                  </a:extLst>
                </a:gridCol>
                <a:gridCol w="1347870">
                  <a:extLst>
                    <a:ext uri="{9D8B030D-6E8A-4147-A177-3AD203B41FA5}">
                      <a16:colId xmlns:a16="http://schemas.microsoft.com/office/drawing/2014/main" val="1155664601"/>
                    </a:ext>
                  </a:extLst>
                </a:gridCol>
                <a:gridCol w="1347870">
                  <a:extLst>
                    <a:ext uri="{9D8B030D-6E8A-4147-A177-3AD203B41FA5}">
                      <a16:colId xmlns:a16="http://schemas.microsoft.com/office/drawing/2014/main" val="1303721444"/>
                    </a:ext>
                  </a:extLst>
                </a:gridCol>
                <a:gridCol w="1490209">
                  <a:extLst>
                    <a:ext uri="{9D8B030D-6E8A-4147-A177-3AD203B41FA5}">
                      <a16:colId xmlns:a16="http://schemas.microsoft.com/office/drawing/2014/main" val="2947439287"/>
                    </a:ext>
                  </a:extLst>
                </a:gridCol>
                <a:gridCol w="1452446">
                  <a:extLst>
                    <a:ext uri="{9D8B030D-6E8A-4147-A177-3AD203B41FA5}">
                      <a16:colId xmlns:a16="http://schemas.microsoft.com/office/drawing/2014/main" val="476925485"/>
                    </a:ext>
                  </a:extLst>
                </a:gridCol>
              </a:tblGrid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Team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Vazon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Cobo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Muiz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Dandi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Barry</a:t>
                      </a: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BAU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Data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extLst>
                  <a:ext uri="{0D108BD9-81ED-4DB2-BD59-A6C34878D82A}">
                    <a16:rowId xmlns:a16="http://schemas.microsoft.com/office/drawing/2014/main" val="4082433089"/>
                  </a:ext>
                </a:extLst>
              </a:tr>
              <a:tr h="6986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Theme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Platform/central services/Software only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Managed/Analyst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TA/investor/buy button/profile review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4634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Matt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Tinashe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Luke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 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0810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Team Lead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Marco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Pascal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Phillip *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Ben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Keke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Attiya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Charan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5661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Summers, John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Mateusz Kania - NIX</a:t>
                      </a:r>
                      <a:endParaRPr lang="en-US"/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Volodymyr Kozlov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Michal Gacek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321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Tomasz </a:t>
                      </a: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Ciborski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Oleksii Umanets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664701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Rakesh Chavda - SA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Pienaar, Nicole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Oliver, Matthew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Michał </a:t>
                      </a: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Ciążyński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Nyoni, Bongani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Tom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Aakash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294135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Maksym Lazorenko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Oleg Kushynskyy-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Behm, Dawie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Gopaul, Avinaash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Piotr Romanowski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Aditi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97331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Michal </a:t>
                      </a: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Kudanowski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Aleksander Paszkiewicz - NIX (H&amp;F)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Krzysztof Mądry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Masum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30452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Maksym Vlasenko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Bhavik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5500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Design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Raul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Dan/Morne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Morne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Amar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1453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Project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059232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FDE401C-F9BD-53F6-A692-AF05C2CFD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Team Structures </a:t>
            </a:r>
          </a:p>
        </p:txBody>
      </p:sp>
    </p:spTree>
    <p:extLst>
      <p:ext uri="{BB962C8B-B14F-4D97-AF65-F5344CB8AC3E}">
        <p14:creationId xmlns:p14="http://schemas.microsoft.com/office/powerpoint/2010/main" val="2312317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D491C1-51B9-C20E-CBE5-197871F85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749521"/>
              </p:ext>
            </p:extLst>
          </p:nvPr>
        </p:nvGraphicFramePr>
        <p:xfrm>
          <a:off x="665922" y="1003610"/>
          <a:ext cx="10960927" cy="562543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63626">
                  <a:extLst>
                    <a:ext uri="{9D8B030D-6E8A-4147-A177-3AD203B41FA5}">
                      <a16:colId xmlns:a16="http://schemas.microsoft.com/office/drawing/2014/main" val="3809853983"/>
                    </a:ext>
                  </a:extLst>
                </a:gridCol>
                <a:gridCol w="2596397">
                  <a:extLst>
                    <a:ext uri="{9D8B030D-6E8A-4147-A177-3AD203B41FA5}">
                      <a16:colId xmlns:a16="http://schemas.microsoft.com/office/drawing/2014/main" val="831344670"/>
                    </a:ext>
                  </a:extLst>
                </a:gridCol>
                <a:gridCol w="2920948">
                  <a:extLst>
                    <a:ext uri="{9D8B030D-6E8A-4147-A177-3AD203B41FA5}">
                      <a16:colId xmlns:a16="http://schemas.microsoft.com/office/drawing/2014/main" val="4093552843"/>
                    </a:ext>
                  </a:extLst>
                </a:gridCol>
                <a:gridCol w="2979956">
                  <a:extLst>
                    <a:ext uri="{9D8B030D-6E8A-4147-A177-3AD203B41FA5}">
                      <a16:colId xmlns:a16="http://schemas.microsoft.com/office/drawing/2014/main" val="2830199052"/>
                    </a:ext>
                  </a:extLst>
                </a:gridCol>
              </a:tblGrid>
              <a:tr h="5071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Team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chemeClr val="accent1"/>
                      </a:solidFill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Q2 - May onwards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L w="9525">
                      <a:solidFill>
                        <a:schemeClr val="accent1"/>
                      </a:solidFill>
                    </a:lnL>
                    <a:lnR w="9525">
                      <a:solidFill>
                        <a:schemeClr val="accent1"/>
                      </a:solidFill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Q3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L w="9525">
                      <a:solidFill>
                        <a:schemeClr val="accent1"/>
                      </a:solidFill>
                    </a:lnL>
                    <a:lnR w="9525">
                      <a:solidFill>
                        <a:schemeClr val="accent1"/>
                      </a:solidFill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Q4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L w="9525">
                      <a:solidFill>
                        <a:schemeClr val="accent1"/>
                      </a:solidFill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301235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1 - Platform and Central 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Screening/</a:t>
                      </a: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Worldcheck</a:t>
                      </a: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upgrade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rebuild task allocation and utilisation logic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contacts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64413"/>
                  </a:ext>
                </a:extLst>
              </a:tr>
              <a:tr h="2090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GB" sz="1100" b="1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Vazon</a:t>
                      </a: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Onboarding AI Agent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task creation flow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notifications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67001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Matt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Onboarding client dashboard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Onboarding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03670"/>
                  </a:ext>
                </a:extLst>
              </a:tr>
              <a:tr h="3695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100" b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4" marR="9524" marT="9524" anchor="b">
                    <a:lnL w="9525">
                      <a:solidFill>
                        <a:schemeClr val="accent1"/>
                      </a:solidFill>
                    </a:lnL>
                    <a:lnR w="9525">
                      <a:solidFill>
                        <a:schemeClr val="accent1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100" b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4" marR="9524" marT="9524" anchor="b">
                    <a:lnL w="9525">
                      <a:solidFill>
                        <a:schemeClr val="accent1"/>
                      </a:solidFill>
                    </a:lnL>
                    <a:lnR w="9525">
                      <a:solidFill>
                        <a:schemeClr val="accent1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Software Only</a:t>
                      </a:r>
                    </a:p>
                  </a:txBody>
                  <a:tcPr marL="9524" marR="9524" marT="9524" anchor="b">
                    <a:lnL w="9525">
                      <a:solidFill>
                        <a:schemeClr val="accent1"/>
                      </a:solidFill>
                    </a:lnL>
                    <a:lnR w="9525">
                      <a:solidFill>
                        <a:schemeClr val="accent1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Software Only</a:t>
                      </a:r>
                    </a:p>
                  </a:txBody>
                  <a:tcPr marL="9524" marR="9524" marT="9524" anchor="b">
                    <a:lnL w="9525">
                      <a:solidFill>
                        <a:schemeClr val="accent1"/>
                      </a:solidFill>
                    </a:lnL>
                    <a:lnR w="9525">
                      <a:solidFill>
                        <a:schemeClr val="accent1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26741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2 - Managed Services/Analyst Tools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Client Homepage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Managed Services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MLRO dashboard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87855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(Cobo)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Managed Services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Fund Closing analyst dashboard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Analyst enhancements (task management)*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426255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New PO 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Reports portal rebuild (client and analyst)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Remediation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397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KYC Pack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KYC Pack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198717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3 - KYC/Investor/Profile Review 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Investor homepage V1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Screening/</a:t>
                      </a:r>
                      <a:r>
                        <a:rPr lang="en-GB" sz="1100" b="0" u="none" strike="noStrike" kern="120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Worldcheck</a:t>
                      </a:r>
                      <a:r>
                        <a:rPr lang="en-GB" sz="11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KYC integrations</a:t>
                      </a:r>
                      <a:endParaRPr lang="en-GB" sz="11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 Template Builder </a:t>
                      </a:r>
                      <a:endParaRPr lang="en-GB" sz="11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94849"/>
                  </a:ext>
                </a:extLst>
              </a:tr>
              <a:tr h="369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New Team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header and navigation </a:t>
                      </a: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r&amp;p</a:t>
                      </a: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enabled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Buy Button Integration</a:t>
                      </a:r>
                      <a:endParaRPr lang="en-GB" sz="11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  <a:cs typeface="Poppins"/>
                        </a:rPr>
                        <a:t>Buy Button Integration</a:t>
                      </a:r>
                      <a:endParaRPr lang="en-US" sz="1100"/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90224"/>
                  </a:ext>
                </a:extLst>
              </a:tr>
              <a:tr h="3501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Luke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KYC Enhancements (SDK)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KYC (API)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KYC (API)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712437"/>
                  </a:ext>
                </a:extLst>
              </a:tr>
              <a:tr h="20902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100" b="1" i="0" u="none" strike="noStrike" noProof="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EID&amp;V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KYC Enhancements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849986"/>
                  </a:ext>
                </a:extLst>
              </a:tr>
              <a:tr h="2090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4 - TA/Investor KYC</a:t>
                      </a:r>
                      <a:endParaRPr lang="en-US" sz="1100"/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chemeClr val="accent1"/>
                      </a:solidFill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 Enhancements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chemeClr val="accent1"/>
                      </a:solidFill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LP Passport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chemeClr val="accent1"/>
                      </a:solidFill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LP Passport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chemeClr val="accent1"/>
                      </a:solidFill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364579"/>
                  </a:ext>
                </a:extLst>
              </a:tr>
              <a:tr h="2090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 Documents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Analyst profile search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Transfer of Interest (KYC)</a:t>
                      </a: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062338"/>
                  </a:ext>
                </a:extLst>
              </a:tr>
              <a:tr h="2090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 Reporting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Investor homepage V1</a:t>
                      </a:r>
                      <a:endParaRPr lang="en-US" sz="1100"/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066041"/>
                  </a:ext>
                </a:extLst>
              </a:tr>
              <a:tr h="2090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Profile Review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Profile Review 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45218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1B1A551-9A74-2B25-3040-F55C11677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Roadmap (Working draft tbc) </a:t>
            </a:r>
          </a:p>
        </p:txBody>
      </p:sp>
    </p:spTree>
    <p:extLst>
      <p:ext uri="{BB962C8B-B14F-4D97-AF65-F5344CB8AC3E}">
        <p14:creationId xmlns:p14="http://schemas.microsoft.com/office/powerpoint/2010/main" val="3159052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onata One">
  <a:themeElements>
    <a:clrScheme name="Sonata One 2025">
      <a:dk1>
        <a:srgbClr val="000000"/>
      </a:dk1>
      <a:lt1>
        <a:srgbClr val="FFFFFF"/>
      </a:lt1>
      <a:dk2>
        <a:srgbClr val="70066D"/>
      </a:dk2>
      <a:lt2>
        <a:srgbClr val="F3F3F3"/>
      </a:lt2>
      <a:accent1>
        <a:srgbClr val="B380FF"/>
      </a:accent1>
      <a:accent2>
        <a:srgbClr val="2F0549"/>
      </a:accent2>
      <a:accent3>
        <a:srgbClr val="FF7D6B"/>
      </a:accent3>
      <a:accent4>
        <a:srgbClr val="6FF5FF"/>
      </a:accent4>
      <a:accent5>
        <a:srgbClr val="D6E303"/>
      </a:accent5>
      <a:accent6>
        <a:srgbClr val="E5E5E5"/>
      </a:accent6>
      <a:hlink>
        <a:srgbClr val="FFFFFF"/>
      </a:hlink>
      <a:folHlink>
        <a:srgbClr val="BA6EAC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Sonata One" id="{9A5E5AE1-E572-DA46-92BE-3B8FF47878FC}" vid="{B76E390A-9135-B04A-B7F7-0FB8611EF62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e7ecec-3c49-47c3-9409-a2dc535bf0e2" xsi:nil="true"/>
    <TaxCatchAll xmlns="dc77c723-146b-4288-9a3a-ef194023578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3B056026536746825986A74AE8449A" ma:contentTypeVersion="32" ma:contentTypeDescription="Create a new document." ma:contentTypeScope="" ma:versionID="c3399bd7fd66c04d523700693b73b90d">
  <xsd:schema xmlns:xsd="http://www.w3.org/2001/XMLSchema" xmlns:xs="http://www.w3.org/2001/XMLSchema" xmlns:p="http://schemas.microsoft.com/office/2006/metadata/properties" xmlns:ns2="75e7ecec-3c49-47c3-9409-a2dc535bf0e2" xmlns:ns3="dc77c723-146b-4288-9a3a-ef194023578e" targetNamespace="http://schemas.microsoft.com/office/2006/metadata/properties" ma:root="true" ma:fieldsID="19b47c8d18d6de10ee59a03998d3d715" ns2:_="" ns3:_="">
    <xsd:import namespace="75e7ecec-3c49-47c3-9409-a2dc535bf0e2"/>
    <xsd:import namespace="dc77c723-146b-4288-9a3a-ef19402357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7ecec-3c49-47c3-9409-a2dc535bf0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displayName="Image Tags_0" ma:hidden="true" ma:internalName="lcf76f155ced4ddcb4097134ff3c332f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77c723-146b-4288-9a3a-ef194023578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5ef15a2-46b7-4244-b113-6dc87ddeb09f}" ma:internalName="TaxCatchAll" ma:showField="CatchAllData" ma:web="dc77c723-146b-4288-9a3a-ef19402357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B2E779-961D-4BA7-9004-82824E0D4853}">
  <ds:schemaRefs>
    <ds:schemaRef ds:uri="75e7ecec-3c49-47c3-9409-a2dc535bf0e2"/>
    <ds:schemaRef ds:uri="dc77c723-146b-4288-9a3a-ef19402357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F348EF1-3E99-439F-A0B0-96BA48441506}">
  <ds:schemaRefs>
    <ds:schemaRef ds:uri="75e7ecec-3c49-47c3-9409-a2dc535bf0e2"/>
    <ds:schemaRef ds:uri="dc77c723-146b-4288-9a3a-ef19402357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9BE71BB-FB0B-4E9B-A44C-6620B8DB41C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e0a17d6-019c-43f2-b1fa-1315ce08619f}" enabled="0" method="" siteId="{4e0a17d6-019c-43f2-b1fa-1315ce08619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Sonata One</Template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Sonata One</vt:lpstr>
      <vt:lpstr>Tech Team Structures</vt:lpstr>
      <vt:lpstr>New Team Structures V2</vt:lpstr>
      <vt:lpstr>Current Team Structures </vt:lpstr>
      <vt:lpstr>Roadmap (Working draft tbc)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O'Connor</dc:creator>
  <cp:revision>1</cp:revision>
  <dcterms:created xsi:type="dcterms:W3CDTF">2026-03-23T16:28:51Z</dcterms:created>
  <dcterms:modified xsi:type="dcterms:W3CDTF">2026-06-04T07:33:26Z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0x010100EA3B056026536746825986A74AE8449A</vt:lpwstr>
  </property>
  <property fmtid="{D5CDD505-2E9C-101B-9397-08002B2CF9AE}" pid="3" name="MediaServiceImageTags">
    <vt:lpwstr/>
  </property>
</Properties>
</file>